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3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55" r:id="rId1"/>
    <p:sldMasterId id="2147483756" r:id="rId2"/>
    <p:sldMasterId id="2147483757" r:id="rId3"/>
    <p:sldMasterId id="2147483758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5143500" type="screen16x9"/>
  <p:notesSz cx="6858000" cy="9144000"/>
  <p:embeddedFontLst>
    <p:embeddedFont>
      <p:font typeface="Arial Narrow" panose="020B0604020202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192843-72DE-4CFD-85A1-A793C1C06BA6}">
  <a:tblStyle styleId="{0A192843-72DE-4CFD-85A1-A793C1C06B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00C4425-F882-4B63-9F90-D1C9E3ED143B}" styleName="Table_1">
    <a:wholeTbl>
      <a:tcTxStyle b="off" i="off">
        <a:font>
          <a:latin typeface="GPN_DIN Condensed"/>
          <a:ea typeface="GPN_DIN Condensed"/>
          <a:cs typeface="GPN_DIN Condensed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dashDot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dashDot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dashDot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dashDot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dashDot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dashDot"/>
              <a:round/>
              <a:headEnd type="none" w="sm" len="sm"/>
              <a:tailEnd type="none" w="sm" len="sm"/>
            </a:ln>
          </a:insideV>
        </a:tcBdr>
        <a:fill>
          <a:solidFill>
            <a:srgbClr val="E6E8EB"/>
          </a:solidFill>
        </a:fill>
      </a:tcStyle>
    </a:wholeTbl>
    <a:band1H>
      <a:tcTxStyle/>
      <a:tcStyle>
        <a:tcBdr/>
        <a:fill>
          <a:solidFill>
            <a:srgbClr val="CACDD5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DD5"/>
          </a:solidFill>
        </a:fill>
      </a:tcStyle>
    </a:band1V>
    <a:band2V>
      <a:tcTxStyle/>
      <a:tcStyle>
        <a:tcBdr/>
        <a:fill>
          <a:solidFill>
            <a:srgbClr val="CACDD5"/>
          </a:solidFill>
        </a:fill>
      </a:tcStyle>
    </a:band2V>
    <a:lastCol>
      <a:tcTxStyle b="on" i="off">
        <a:font>
          <a:latin typeface="GPN_DIN Condensed"/>
          <a:ea typeface="GPN_DIN Condensed"/>
          <a:cs typeface="GPN_DIN Condensed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PN_DIN Condensed"/>
          <a:ea typeface="GPN_DIN Condensed"/>
          <a:cs typeface="GPN_DIN Condensed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PN_DIN Condensed"/>
          <a:ea typeface="GPN_DIN Condensed"/>
          <a:cs typeface="GPN_DIN Condensed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dashDot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PN_DIN Condensed"/>
          <a:ea typeface="GPN_DIN Condensed"/>
          <a:cs typeface="GPN_DIN Condensed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dashDot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BF7B669-0CA7-4347-8B49-8947EFCBE1D0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3AF341D-20B5-4FCA-B7D4-289E8ED76532}" styleName="Table_3">
    <a:wholeTbl>
      <a:tcTxStyle b="off" i="off">
        <a:font>
          <a:latin typeface="GPN_DIN Condensed"/>
          <a:ea typeface="GPN_DIN Condensed"/>
          <a:cs typeface="GPN_DIN Condensed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dashDot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dashDot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dashDot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dashDot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dashDot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dashDot"/>
              <a:round/>
              <a:headEnd type="none" w="sm" len="sm"/>
              <a:tailEnd type="none" w="sm" len="sm"/>
            </a:ln>
          </a:insideV>
        </a:tcBdr>
        <a:fill>
          <a:solidFill>
            <a:srgbClr val="E6E8EE"/>
          </a:solidFill>
        </a:fill>
      </a:tcStyle>
    </a:wholeTbl>
    <a:band1H>
      <a:tcTxStyle/>
      <a:tcStyle>
        <a:tcBdr/>
        <a:fill>
          <a:solidFill>
            <a:srgbClr val="CACED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EDC"/>
          </a:solidFill>
        </a:fill>
      </a:tcStyle>
    </a:band1V>
    <a:band2V>
      <a:tcTxStyle/>
      <a:tcStyle>
        <a:tcBdr/>
        <a:fill>
          <a:solidFill>
            <a:srgbClr val="CACEDC"/>
          </a:solidFill>
        </a:fill>
      </a:tcStyle>
    </a:band2V>
    <a:lastCol>
      <a:tcTxStyle b="on" i="off">
        <a:font>
          <a:latin typeface="GPN_DIN Condensed"/>
          <a:ea typeface="GPN_DIN Condensed"/>
          <a:cs typeface="GPN_DIN Condensed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PN_DIN Condensed"/>
          <a:ea typeface="GPN_DIN Condensed"/>
          <a:cs typeface="GPN_DIN Condensed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PN_DIN Condensed"/>
          <a:ea typeface="GPN_DIN Condensed"/>
          <a:cs typeface="GPN_DIN Condensed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dashDot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PN_DIN Condensed"/>
          <a:ea typeface="GPN_DIN Condensed"/>
          <a:cs typeface="GPN_DIN Condensed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dashDot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90D578E-C58F-41B9-8CD8-8D4F910D89CA}" styleName="Table_4">
    <a:wholeTbl>
      <a:tcTxStyle b="off" i="off">
        <a:font>
          <a:latin typeface="GPN_DIN Condensed"/>
          <a:ea typeface="GPN_DIN Condensed"/>
          <a:cs typeface="GPN_DIN Condensed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dashDot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dashDot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dashDot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dashDot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dashDot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dashDot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lt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lt1"/>
          </a:solidFill>
        </a:fill>
      </a:tcStyle>
    </a:band1V>
    <a:band2V>
      <a:tcTxStyle/>
      <a:tcStyle>
        <a:tcBdr/>
        <a:fill>
          <a:solidFill>
            <a:schemeClr val="lt1"/>
          </a:solidFill>
        </a:fill>
      </a:tcStyle>
    </a:band2V>
    <a:lastCol>
      <a:tcTxStyle b="on" i="off">
        <a:font>
          <a:latin typeface="GPN_DIN Condensed"/>
          <a:ea typeface="GPN_DIN Condensed"/>
          <a:cs typeface="GPN_DIN Condensed"/>
        </a:font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 i="off">
        <a:font>
          <a:latin typeface="GPN_DIN Condensed"/>
          <a:ea typeface="GPN_DIN Condensed"/>
          <a:cs typeface="GPN_DIN Condensed"/>
        </a:font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 i="off">
        <a:font>
          <a:latin typeface="GPN_DIN Condensed"/>
          <a:ea typeface="GPN_DIN Condensed"/>
          <a:cs typeface="GPN_DIN Condensed"/>
        </a:font>
        <a:schemeClr val="dk1"/>
      </a:tcTxStyle>
      <a:tcStyle>
        <a:tcBdr>
          <a:top>
            <a:ln w="12700" cap="flat" cmpd="sng">
              <a:solidFill>
                <a:schemeClr val="lt1"/>
              </a:solidFill>
              <a:prstDash val="dashDot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PN_DIN Condensed"/>
          <a:ea typeface="GPN_DIN Condensed"/>
          <a:cs typeface="GPN_DIN Condensed"/>
        </a:font>
        <a:schemeClr val="dk1"/>
      </a:tcTxStyle>
      <a:tcStyle>
        <a:tcBdr>
          <a:bottom>
            <a:ln w="12700" cap="flat" cmpd="sng">
              <a:solidFill>
                <a:schemeClr val="dk1"/>
              </a:solidFill>
              <a:prstDash val="dashDot"/>
              <a:round/>
              <a:headEnd type="none" w="sm" len="sm"/>
              <a:tailEnd type="none" w="sm" len="sm"/>
            </a:ln>
          </a:bottom>
        </a:tcBdr>
        <a:fill>
          <a:solidFill>
            <a:schemeClr val="l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4C1901F-9C15-4A99-8A10-5658B65A8DCE}" styleName="Table_5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>
      <p:cViewPr varScale="1">
        <p:scale>
          <a:sx n="146" d="100"/>
          <a:sy n="146" d="100"/>
        </p:scale>
        <p:origin x="56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kb.gazprom-neft.local/pages/viewpage.action?pageId=93623447&amp;src=contextnavpagetreemode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reestr.digital.gov.ru/" TargetMode="Externa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3f73be36cac_2_372:notes"/>
          <p:cNvSpPr txBox="1">
            <a:spLocks noGrp="1"/>
          </p:cNvSpPr>
          <p:nvPr>
            <p:ph type="body" idx="1"/>
          </p:nvPr>
        </p:nvSpPr>
        <p:spPr>
          <a:xfrm>
            <a:off x="382191" y="6273807"/>
            <a:ext cx="3057525" cy="5943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1" name="Google Shape;1441;g3f73be36cac_2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578" y="990600"/>
            <a:ext cx="3714750" cy="4953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3f754a5c991_2_7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1" name="Google Shape;1451;g3f754a5c991_2_7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g3f754a5c991_2_7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g3f754a5c991_2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9" name="Google Shape;1459;g3f754a5c991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3f754a5c991_2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6" name="Google Shape;1466;g3f754a5c991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3f754a5c991_2_8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3" name="Google Shape;1473;g3f754a5c991_2_8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3f754a5c991_2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0" name="Google Shape;1480;g3f754a5c991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3f76224064e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9" name="Google Shape;1489;g3f7622406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3f754a5c991_2_8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8" name="Google Shape;1498;g3f754a5c991_2_8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3f763496eef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7" name="Google Shape;1507;g3f763496ee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3f76224064e_1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6" name="Google Shape;1516;g3f76224064e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3f76224064e_1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5" name="Google Shape;1525;g3f76224064e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3f754a5c991_2_40:notes"/>
          <p:cNvSpPr txBox="1">
            <a:spLocks noGrp="1"/>
          </p:cNvSpPr>
          <p:nvPr>
            <p:ph type="body" idx="1"/>
          </p:nvPr>
        </p:nvSpPr>
        <p:spPr>
          <a:xfrm>
            <a:off x="382369" y="6287883"/>
            <a:ext cx="3059100" cy="59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4" name="Google Shape;1534;g3f754a5c991_2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0899" y="992717"/>
            <a:ext cx="3721800" cy="496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g3f754a5c991_2_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0899" y="992717"/>
            <a:ext cx="3721800" cy="496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5" name="Google Shape;2275;g3f754a5c991_2_780:notes"/>
          <p:cNvSpPr txBox="1">
            <a:spLocks noGrp="1"/>
          </p:cNvSpPr>
          <p:nvPr>
            <p:ph type="body" idx="1"/>
          </p:nvPr>
        </p:nvSpPr>
        <p:spPr>
          <a:xfrm>
            <a:off x="382369" y="6287883"/>
            <a:ext cx="3059100" cy="59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ru" sz="1200">
                <a:latin typeface="Calibri"/>
                <a:ea typeface="Calibri"/>
                <a:cs typeface="Calibri"/>
                <a:sym typeface="Calibri"/>
              </a:rPr>
              <a:t>Информация на слайде используется для экспертизы состава необходимых вычислительных мощностей и оценки их стоимости (по имеющимся тарифам)</a:t>
            </a:r>
            <a:endParaRPr sz="1200" i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Для каждого из необходимых ландшафтов (Продуктивный, Предпрод, Тестирования, Разработки) оформляется отдельная таблица с указанием типа ландшафта в заголовке слайда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В заголовке указывайте вид архитектуры: “требования к целевой” или “требования к транзитной” архитектуре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Строки в таблицах группируются по ИТ системам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Начало строк для каждой новой ИТ системы отделяется заголовочной строкой в таблице с указанием названия ИТ системы</a:t>
            </a:r>
            <a:endParaRPr sz="1200" i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Если один и тот же сервер используется для нескольких систем, то сервер указывается во всех системах. Во втором, и последующих случаях делаем сноску, где ссылаемся, на первую систему. Например, «Используется сервер, учтенный в Системе А под № 2»</a:t>
            </a:r>
            <a:endParaRPr sz="1200" i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На слайде используются все (и только) ИТ системы, упомянутые на слайде «Соответствие решения целевой корпоративной архитектуре»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 слайде используются только компоненты (ОС, общесистемное и прикладное ПО), упомянутые на слайде «Используемые технологий и ИТ-продукты. Критичность импортозависимых решений», за исключением OC для Namespace.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В столбце «Тип и платформа» указывается тип сервера (виртуальный/физический) и платформа для размещения (инфраструктура КЦ ГПН, IaaS, локальная инфраструктура ДО) с учетом сегмента (КСПД / ТСПД /  CDMZ / Internet)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В столбце «Новый/существующий» указывается необходимость создания нового сервера либо изменения характеристик существующего. При значении «Новый» указываются требования к вычислительным характеристикам нового сервера; при значении «Существующий» указываются целевые характеристики существующего сервера, при этом в скобках указываются существующие вычислительные характеристики. Например, текущий объем RAM (Гб) составляет 8, в рамках проекта требуется увеличение до  16 Гб. В этом случае значение ячейки указывается в виде 16 (8) </a:t>
            </a:r>
            <a:endParaRPr sz="1200" i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В столбце «Новый/существующий</a:t>
            </a:r>
            <a:r>
              <a:rPr lang="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кластера, то указывается «Да». Иначе укажите «Нет».</a:t>
            </a:r>
            <a:endParaRPr sz="1200" i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В столбце “Дисковая подсистема” возможно указание Tier0/Tier1/Tier2 для КЦ и Gold/Silver/» для</a:t>
            </a:r>
            <a:r>
              <a:rPr lang="ru" sz="1200" i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ru" sz="1200" i="0"/>
              <a:t>существующих объектов (серверов/неймспейсов) необходимо указывать действующие идентификаторы (имена).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Если объект создается в другом проекте и не имеет имени, то это “новый” объект. В сноске к слайду необходимо указать данные проекта, в котором он создается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столбце “Кол-во” (Количество) указать количество серверов с заданными в строке характеристиками. </a:t>
            </a:r>
            <a:endParaRPr sz="1200" i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столбце “Кластер” в случае, если «Кол-во» серверов больше одного и на их основе необходима организация </a:t>
            </a:r>
            <a:r>
              <a:rPr lang="ru" sz="1200" i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Bronze для IaaS</a:t>
            </a:r>
            <a:endParaRPr sz="1200" i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ru" sz="1200">
                <a:latin typeface="Calibri"/>
                <a:ea typeface="Calibri"/>
                <a:cs typeface="Calibri"/>
                <a:sym typeface="Calibri"/>
              </a:rPr>
              <a:t>Если в стлобце “Тип и платформа” указан вариант CaaS, то:</a:t>
            </a:r>
            <a:endParaRPr sz="1200" i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6858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ru" sz="1200">
                <a:latin typeface="Calibri"/>
                <a:ea typeface="Calibri"/>
                <a:cs typeface="Calibri"/>
                <a:sym typeface="Calibri"/>
              </a:rPr>
              <a:t>Указывается название Namespace. Причем для нового Namespace имя равно названию рабочей области проекта.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ru" sz="1200">
                <a:latin typeface="Calibri"/>
                <a:ea typeface="Calibri"/>
                <a:cs typeface="Calibri"/>
                <a:sym typeface="Calibri"/>
              </a:rPr>
              <a:t>Запрашиваются требуемые вычислительные ресурсы на Namespace-ы платформы контейнеризации (без деления на контейнеры).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AutoNum type="alphaLcPeriod"/>
            </a:pPr>
            <a:r>
              <a:rPr lang="ru" sz="800">
                <a:latin typeface="Calibri"/>
                <a:ea typeface="Calibri"/>
                <a:cs typeface="Calibri"/>
                <a:sym typeface="Calibri"/>
              </a:rPr>
              <a:t>Поскольку ОС не влияет на заказ NameSpace, то ее имя в столбце “ОС, общесистименое и прикладное ПО” указывать не обязательно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i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g3f73be36cac_0_1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0899" y="992717"/>
            <a:ext cx="3721800" cy="496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3" name="Google Shape;2283;g3f73be36cac_0_1013:notes"/>
          <p:cNvSpPr txBox="1">
            <a:spLocks noGrp="1"/>
          </p:cNvSpPr>
          <p:nvPr>
            <p:ph type="body" idx="1"/>
          </p:nvPr>
        </p:nvSpPr>
        <p:spPr>
          <a:xfrm>
            <a:off x="382369" y="6287883"/>
            <a:ext cx="3059100" cy="59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Данный слайд и слайд «Соответствие решения целевой корпоративной архитектуре» должны содержать идентичный набор  ИТ-систем.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Данный слайд и слайд «</a:t>
            </a:r>
            <a:r>
              <a:rPr lang="ru">
                <a:latin typeface="Arial"/>
                <a:ea typeface="Arial"/>
                <a:cs typeface="Arial"/>
                <a:sym typeface="Arial"/>
              </a:rPr>
              <a:t>Модель функций и потоков данных</a:t>
            </a:r>
            <a:r>
              <a:rPr lang="ru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» должны содержать идентичный набор ИТ-решений.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Наименование элементов должно указываться на основе данных ЕСИС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Все новые элементы данного слайда, включая СПО, должны пройти апробацию (внесены в «Реестр апробированных ИТ-решений»), проверку ИБ, оценку ИЗИТАТ.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Если присутствует СПО, являющееся компонентом коробочного решения от вендора, на данном слайде делается сноска с информацией об этом, и этот компонент не указывается отдельной строкой на слайде «Лицензирование»</a:t>
            </a:r>
            <a:endParaRPr sz="120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Колонка «Системная платформа» зарезервирована для дополнительных компонентов системы, не вошедших в следующие типы: «СУБД», «ОС», «АРМ». Например, «Web-сервер»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Используйте несколько строк для одной системы, если ее компоненты не покрываются одной строкой. В частности, для указания платформ, используемых не только на серверах, но и на клиентском рабочем месте.</a:t>
            </a:r>
            <a:endParaRPr sz="120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Цвет фона ячеек указывает на «Степень санкционности» элемента согласно легенде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«Степень санкционности» для каждого элемента, за исключением «ИТ-решения», определяется независимо и на основе данных КСУ НСИ ЕСИС, «</a:t>
            </a:r>
            <a:r>
              <a:rPr lang="ru" sz="1200" i="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Реестра апробированных ИТ-Решений</a:t>
            </a:r>
            <a:r>
              <a:rPr lang="ru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» и </a:t>
            </a:r>
            <a:r>
              <a:rPr lang="ru" sz="1200" i="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«Реестра Российского ПО</a:t>
            </a:r>
            <a:r>
              <a:rPr lang="ru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»</a:t>
            </a:r>
            <a:r>
              <a:rPr lang="ru" sz="1200" i="1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(Внешняя ссылка. Не работает в КСПД.)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Цвет фона ячеек для колонки «ИТ- решение» - это интегральный показатель «Степени санкционности» составляющих его элементов (ИТ систем, платформ и т.д.), определяется согласно легенде в нижней части слайда.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Для лучшей читаемости допустимо объединение соседних ячеек «As Is» и “To Be”, если информация и цвет фона в них идентичный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Для лучшей читаемости новые решения, которые не имеют состояние «As Is» можно использовать упрощенную таблицу.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«СПО» является сокращением термина «Свободное программное обеспечение с открытым исходным кодом», который определён в КТ-314.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случае, если планируется или ведётся собственная разработка ПО:</a:t>
            </a:r>
            <a:endParaRPr/>
          </a:p>
          <a:p>
            <a:pPr marL="6858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В поле комментарий указывается «Собственная разработка»</a:t>
            </a:r>
            <a:endParaRPr/>
          </a:p>
          <a:p>
            <a:pPr marL="6858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в карточке ИТ-системы ЕСИС в поле производителя указывается ПАО ГПН или ДО ГПН, страна Россия</a:t>
            </a:r>
            <a:endParaRPr/>
          </a:p>
          <a:p>
            <a:pPr marL="6858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при планировании включения ПО в реестр РПО в системе ЕСАИН для ИТ-системы указывается статус заявления «Планируется»</a:t>
            </a:r>
            <a:endParaRPr/>
          </a:p>
          <a:p>
            <a:pPr marL="6858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в случае, если заявление на включение ПО в РРПО направлено в МинЦифРаз РФ, то в системе ЕСАИН для ИТ-системы указывается статус заявления «Подано»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ru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Информация по оборудованию и ИТ-инфраструктуре заполняется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ru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либо в подобной таблице с набором необходимых колонок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ru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либо на матрице ИЗИТАТ последней утвержденной версии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3f73be36cac_2_739:notes"/>
          <p:cNvSpPr txBox="1">
            <a:spLocks noGrp="1"/>
          </p:cNvSpPr>
          <p:nvPr>
            <p:ph type="body" idx="1"/>
          </p:nvPr>
        </p:nvSpPr>
        <p:spPr>
          <a:xfrm>
            <a:off x="382191" y="6273807"/>
            <a:ext cx="3057525" cy="5943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5" name="Google Shape;2305;g3f73be36cac_2_7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578" y="990600"/>
            <a:ext cx="3714750" cy="4953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g3f73be36cac_0_18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3" name="Google Shape;2313;g3f73be36cac_0_18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g3f748038155_0_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1" name="Google Shape;2321;g3f748038155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g3f748038155_0_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0" name="Google Shape;2330;g3f74803815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337;g3f763496eef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8" name="Google Shape;2338;g3f763496eef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 кластерами (основной вариант)">
  <p:cSld name="Титульный с кластерами (основной вариант)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/>
          <p:nvPr/>
        </p:nvSpPr>
        <p:spPr>
          <a:xfrm>
            <a:off x="7818994" y="4660387"/>
            <a:ext cx="1144456" cy="3062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01" y="572"/>
            <a:ext cx="8547610" cy="480997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814921" y="2601766"/>
            <a:ext cx="4751784" cy="654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27000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06F6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6F6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192383" y="4660387"/>
            <a:ext cx="259467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214992" y="4320466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3"/>
          </p:nvPr>
        </p:nvSpPr>
        <p:spPr>
          <a:xfrm>
            <a:off x="214992" y="4192904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4"/>
          </p:nvPr>
        </p:nvSpPr>
        <p:spPr>
          <a:xfrm>
            <a:off x="214992" y="3900752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5"/>
          </p:nvPr>
        </p:nvSpPr>
        <p:spPr>
          <a:xfrm>
            <a:off x="192085" y="4785404"/>
            <a:ext cx="2594967" cy="8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6"/>
          </p:nvPr>
        </p:nvSpPr>
        <p:spPr>
          <a:xfrm>
            <a:off x="3826354" y="3881223"/>
            <a:ext cx="2038648" cy="8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7"/>
          </p:nvPr>
        </p:nvSpPr>
        <p:spPr>
          <a:xfrm>
            <a:off x="3826354" y="4770332"/>
            <a:ext cx="2038648" cy="80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8"/>
          </p:nvPr>
        </p:nvSpPr>
        <p:spPr>
          <a:xfrm>
            <a:off x="3826354" y="3997088"/>
            <a:ext cx="2038648" cy="8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9"/>
          </p:nvPr>
        </p:nvSpPr>
        <p:spPr>
          <a:xfrm>
            <a:off x="3826354" y="4115991"/>
            <a:ext cx="2038648" cy="8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9864" y="4291951"/>
            <a:ext cx="1420493" cy="778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Заголовок 1 строка">
  <p:cSld name="Пустой слайд Заголовок 1 строка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 слайд">
  <p:cSld name="Пустой слайд"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2 модуля">
  <p:cSld name="1_2 модуля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181065" y="213399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2"/>
          </p:nvPr>
        </p:nvSpPr>
        <p:spPr>
          <a:xfrm>
            <a:off x="6812756" y="207983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 визой руководителя и графикой">
  <p:cSld name="Титульный с визой руководителя и графикой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/>
          <p:nvPr/>
        </p:nvSpPr>
        <p:spPr>
          <a:xfrm>
            <a:off x="7818994" y="4660387"/>
            <a:ext cx="1144456" cy="3062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01" y="572"/>
            <a:ext cx="8547610" cy="480997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8"/>
          <p:cNvSpPr txBox="1">
            <a:spLocks noGrp="1"/>
          </p:cNvSpPr>
          <p:nvPr>
            <p:ph type="ctrTitle"/>
          </p:nvPr>
        </p:nvSpPr>
        <p:spPr>
          <a:xfrm>
            <a:off x="3814921" y="2601766"/>
            <a:ext cx="4751784" cy="654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27000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06F6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6F6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subTitle" idx="1"/>
          </p:nvPr>
        </p:nvSpPr>
        <p:spPr>
          <a:xfrm>
            <a:off x="192383" y="4660387"/>
            <a:ext cx="259467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214992" y="4320466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3"/>
          </p:nvPr>
        </p:nvSpPr>
        <p:spPr>
          <a:xfrm>
            <a:off x="214992" y="4192904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4"/>
          </p:nvPr>
        </p:nvSpPr>
        <p:spPr>
          <a:xfrm>
            <a:off x="214992" y="3900752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5"/>
          </p:nvPr>
        </p:nvSpPr>
        <p:spPr>
          <a:xfrm>
            <a:off x="192085" y="4785404"/>
            <a:ext cx="2594967" cy="8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85" name="Google Shape;85;p18"/>
          <p:cNvCxnSpPr/>
          <p:nvPr/>
        </p:nvCxnSpPr>
        <p:spPr>
          <a:xfrm>
            <a:off x="3826354" y="4743478"/>
            <a:ext cx="1339454" cy="0"/>
          </a:xfrm>
          <a:prstGeom prst="straightConnector1">
            <a:avLst/>
          </a:prstGeom>
          <a:noFill/>
          <a:ln w="12700" cap="flat" cmpd="sng">
            <a:solidFill>
              <a:srgbClr val="7E7E7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18"/>
          <p:cNvSpPr txBox="1">
            <a:spLocks noGrp="1"/>
          </p:cNvSpPr>
          <p:nvPr>
            <p:ph type="body" idx="6"/>
          </p:nvPr>
        </p:nvSpPr>
        <p:spPr>
          <a:xfrm>
            <a:off x="3826354" y="3881223"/>
            <a:ext cx="2038648" cy="8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7"/>
          </p:nvPr>
        </p:nvSpPr>
        <p:spPr>
          <a:xfrm>
            <a:off x="3826354" y="4770332"/>
            <a:ext cx="2038648" cy="80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8"/>
          </p:nvPr>
        </p:nvSpPr>
        <p:spPr>
          <a:xfrm>
            <a:off x="3826354" y="3997088"/>
            <a:ext cx="2038648" cy="8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9"/>
          </p:nvPr>
        </p:nvSpPr>
        <p:spPr>
          <a:xfrm>
            <a:off x="3826354" y="4115991"/>
            <a:ext cx="2038648" cy="8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9864" y="4291951"/>
            <a:ext cx="1420493" cy="778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 кластерами">
  <p:cSld name="Титульный с кластерами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/>
          <p:nvPr/>
        </p:nvSpPr>
        <p:spPr>
          <a:xfrm>
            <a:off x="7818994" y="4660387"/>
            <a:ext cx="1144456" cy="3062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9"/>
          <p:cNvPicPr preferRelativeResize="0"/>
          <p:nvPr/>
        </p:nvPicPr>
        <p:blipFill rotWithShape="1">
          <a:blip r:embed="rId2">
            <a:alphaModFix/>
          </a:blip>
          <a:srcRect t="-1"/>
          <a:stretch/>
        </p:blipFill>
        <p:spPr>
          <a:xfrm>
            <a:off x="2401" y="572"/>
            <a:ext cx="7448530" cy="363993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>
            <a:spLocks noGrp="1"/>
          </p:cNvSpPr>
          <p:nvPr>
            <p:ph type="ctrTitle"/>
          </p:nvPr>
        </p:nvSpPr>
        <p:spPr>
          <a:xfrm>
            <a:off x="3814921" y="2601766"/>
            <a:ext cx="4751784" cy="654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27000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06F6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6F6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subTitle" idx="1"/>
          </p:nvPr>
        </p:nvSpPr>
        <p:spPr>
          <a:xfrm>
            <a:off x="192383" y="4660387"/>
            <a:ext cx="259467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2"/>
          </p:nvPr>
        </p:nvSpPr>
        <p:spPr>
          <a:xfrm>
            <a:off x="214992" y="4320466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3"/>
          </p:nvPr>
        </p:nvSpPr>
        <p:spPr>
          <a:xfrm>
            <a:off x="214992" y="4192904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4"/>
          </p:nvPr>
        </p:nvSpPr>
        <p:spPr>
          <a:xfrm>
            <a:off x="214992" y="3900752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5"/>
          </p:nvPr>
        </p:nvSpPr>
        <p:spPr>
          <a:xfrm>
            <a:off x="192085" y="4785404"/>
            <a:ext cx="2594967" cy="8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9864" y="4291951"/>
            <a:ext cx="1420493" cy="778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 кластерами и визой руководителя">
  <p:cSld name="Титульный с кластерами и визой руководителя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>
            <a:off x="7818994" y="4660387"/>
            <a:ext cx="1144456" cy="3062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 rotWithShape="1">
          <a:blip r:embed="rId2">
            <a:alphaModFix/>
          </a:blip>
          <a:srcRect t="-1"/>
          <a:stretch/>
        </p:blipFill>
        <p:spPr>
          <a:xfrm>
            <a:off x="-4776" y="571"/>
            <a:ext cx="7454700" cy="364295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>
            <a:spLocks noGrp="1"/>
          </p:cNvSpPr>
          <p:nvPr>
            <p:ph type="ctrTitle"/>
          </p:nvPr>
        </p:nvSpPr>
        <p:spPr>
          <a:xfrm>
            <a:off x="3814921" y="2601766"/>
            <a:ext cx="4751784" cy="654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27000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06F6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6F6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1"/>
          </p:nvPr>
        </p:nvSpPr>
        <p:spPr>
          <a:xfrm>
            <a:off x="192383" y="4660387"/>
            <a:ext cx="259467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2"/>
          </p:nvPr>
        </p:nvSpPr>
        <p:spPr>
          <a:xfrm>
            <a:off x="214992" y="4320466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3"/>
          </p:nvPr>
        </p:nvSpPr>
        <p:spPr>
          <a:xfrm>
            <a:off x="214992" y="4192904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4"/>
          </p:nvPr>
        </p:nvSpPr>
        <p:spPr>
          <a:xfrm>
            <a:off x="214992" y="3900752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5"/>
          </p:nvPr>
        </p:nvSpPr>
        <p:spPr>
          <a:xfrm>
            <a:off x="192085" y="4785404"/>
            <a:ext cx="2594967" cy="8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10" name="Google Shape;110;p20"/>
          <p:cNvCxnSpPr/>
          <p:nvPr/>
        </p:nvCxnSpPr>
        <p:spPr>
          <a:xfrm>
            <a:off x="3826354" y="4743478"/>
            <a:ext cx="1339454" cy="0"/>
          </a:xfrm>
          <a:prstGeom prst="straightConnector1">
            <a:avLst/>
          </a:prstGeom>
          <a:noFill/>
          <a:ln w="12700" cap="flat" cmpd="sng">
            <a:solidFill>
              <a:srgbClr val="7E7E7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20"/>
          <p:cNvSpPr txBox="1">
            <a:spLocks noGrp="1"/>
          </p:cNvSpPr>
          <p:nvPr>
            <p:ph type="body" idx="6"/>
          </p:nvPr>
        </p:nvSpPr>
        <p:spPr>
          <a:xfrm>
            <a:off x="3826354" y="3881223"/>
            <a:ext cx="2038648" cy="8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7"/>
          </p:nvPr>
        </p:nvSpPr>
        <p:spPr>
          <a:xfrm>
            <a:off x="3826354" y="4770332"/>
            <a:ext cx="2038648" cy="80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8"/>
          </p:nvPr>
        </p:nvSpPr>
        <p:spPr>
          <a:xfrm>
            <a:off x="3826354" y="3997088"/>
            <a:ext cx="2038648" cy="8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9"/>
          </p:nvPr>
        </p:nvSpPr>
        <p:spPr>
          <a:xfrm>
            <a:off x="3826354" y="4115991"/>
            <a:ext cx="2038648" cy="8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9864" y="4291951"/>
            <a:ext cx="1420493" cy="778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1 строка">
  <p:cSld name="Разделительный 1 строка"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body" idx="1"/>
          </p:nvPr>
        </p:nvSpPr>
        <p:spPr>
          <a:xfrm>
            <a:off x="241353" y="1738030"/>
            <a:ext cx="1071563" cy="264319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34275" rIns="27000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2"/>
          </p:nvPr>
        </p:nvSpPr>
        <p:spPr>
          <a:xfrm>
            <a:off x="241353" y="3065408"/>
            <a:ext cx="2601860" cy="161601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3"/>
          </p:nvPr>
        </p:nvSpPr>
        <p:spPr>
          <a:xfrm>
            <a:off x="241352" y="2320251"/>
            <a:ext cx="8190614" cy="354084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34275" rIns="27000" bIns="34275" anchor="t" anchorCtr="0">
            <a:noAutofit/>
          </a:bodyPr>
          <a:lstStyle>
            <a:lvl1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Noto Sans Symbols"/>
              <a:buNone/>
              <a:defRPr sz="30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0" name="Google Shape;120;p21"/>
          <p:cNvCxnSpPr/>
          <p:nvPr/>
        </p:nvCxnSpPr>
        <p:spPr>
          <a:xfrm>
            <a:off x="251975" y="2220782"/>
            <a:ext cx="506903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1" name="Google Shape;121;p21"/>
          <p:cNvCxnSpPr/>
          <p:nvPr/>
        </p:nvCxnSpPr>
        <p:spPr>
          <a:xfrm>
            <a:off x="251975" y="2773804"/>
            <a:ext cx="506903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Контакты">
  <p:cSld name="Контакты"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241353" y="3065408"/>
            <a:ext cx="2601860" cy="161601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body" idx="2"/>
          </p:nvPr>
        </p:nvSpPr>
        <p:spPr>
          <a:xfrm>
            <a:off x="241352" y="2320251"/>
            <a:ext cx="8190614" cy="354084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34275" rIns="27000" bIns="34275" anchor="t" anchorCtr="0">
            <a:noAutofit/>
          </a:bodyPr>
          <a:lstStyle>
            <a:lvl1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Noto Sans Symbols"/>
              <a:buNone/>
              <a:defRPr sz="30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5" name="Google Shape;125;p22"/>
          <p:cNvCxnSpPr/>
          <p:nvPr/>
        </p:nvCxnSpPr>
        <p:spPr>
          <a:xfrm>
            <a:off x="251975" y="2220782"/>
            <a:ext cx="506903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" name="Google Shape;126;p22"/>
          <p:cNvCxnSpPr/>
          <p:nvPr/>
        </p:nvCxnSpPr>
        <p:spPr>
          <a:xfrm>
            <a:off x="251975" y="2773804"/>
            <a:ext cx="506903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" name="Google Shape;127;p22"/>
          <p:cNvSpPr txBox="1">
            <a:spLocks noGrp="1"/>
          </p:cNvSpPr>
          <p:nvPr>
            <p:ph type="body" idx="3"/>
          </p:nvPr>
        </p:nvSpPr>
        <p:spPr>
          <a:xfrm>
            <a:off x="206785" y="3616000"/>
            <a:ext cx="3803602" cy="81000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4"/>
          </p:nvPr>
        </p:nvSpPr>
        <p:spPr>
          <a:xfrm>
            <a:off x="199249" y="3999265"/>
            <a:ext cx="3803602" cy="81000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body" idx="5"/>
          </p:nvPr>
        </p:nvSpPr>
        <p:spPr>
          <a:xfrm>
            <a:off x="208046" y="4196153"/>
            <a:ext cx="3803602" cy="21331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body" idx="6"/>
          </p:nvPr>
        </p:nvSpPr>
        <p:spPr>
          <a:xfrm>
            <a:off x="207601" y="3797043"/>
            <a:ext cx="3457820" cy="81000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за внимание">
  <p:cSld name="Спасибо за внимание"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модуля">
  <p:cSld name="2 модуля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/>
          <p:nvPr/>
        </p:nvSpPr>
        <p:spPr>
          <a:xfrm>
            <a:off x="4624684" y="1332293"/>
            <a:ext cx="426809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4"/>
          <p:cNvSpPr/>
          <p:nvPr/>
        </p:nvSpPr>
        <p:spPr>
          <a:xfrm>
            <a:off x="4624684" y="846293"/>
            <a:ext cx="426809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4"/>
          <p:cNvSpPr txBox="1">
            <a:spLocks noGrp="1"/>
          </p:cNvSpPr>
          <p:nvPr>
            <p:ph type="body" idx="1"/>
          </p:nvPr>
        </p:nvSpPr>
        <p:spPr>
          <a:xfrm>
            <a:off x="4667097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2"/>
          </p:nvPr>
        </p:nvSpPr>
        <p:spPr>
          <a:xfrm>
            <a:off x="4667097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body" idx="3"/>
          </p:nvPr>
        </p:nvSpPr>
        <p:spPr>
          <a:xfrm>
            <a:off x="4633667" y="846535"/>
            <a:ext cx="425655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39" name="Google Shape;139;p24"/>
          <p:cNvSpPr/>
          <p:nvPr/>
        </p:nvSpPr>
        <p:spPr>
          <a:xfrm>
            <a:off x="251222" y="1335686"/>
            <a:ext cx="426809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4"/>
          <p:cNvSpPr/>
          <p:nvPr/>
        </p:nvSpPr>
        <p:spPr>
          <a:xfrm>
            <a:off x="251222" y="849686"/>
            <a:ext cx="426809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4"/>
          </p:nvPr>
        </p:nvSpPr>
        <p:spPr>
          <a:xfrm>
            <a:off x="293635" y="1387645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5"/>
          </p:nvPr>
        </p:nvSpPr>
        <p:spPr>
          <a:xfrm>
            <a:off x="293635" y="1606313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body" idx="6"/>
          </p:nvPr>
        </p:nvSpPr>
        <p:spPr>
          <a:xfrm>
            <a:off x="260204" y="849928"/>
            <a:ext cx="425655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body" idx="7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body" idx="8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модуля">
  <p:cSld name="3 модуля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/>
          <p:nvPr/>
        </p:nvSpPr>
        <p:spPr>
          <a:xfrm>
            <a:off x="253781" y="1332293"/>
            <a:ext cx="2806126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253781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5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" name="Google Shape;150;p25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2682455" cy="304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body" idx="3"/>
          </p:nvPr>
        </p:nvSpPr>
        <p:spPr>
          <a:xfrm>
            <a:off x="253603" y="846293"/>
            <a:ext cx="2806168" cy="48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" name="Google Shape;152;p25"/>
          <p:cNvSpPr/>
          <p:nvPr/>
        </p:nvSpPr>
        <p:spPr>
          <a:xfrm>
            <a:off x="3167015" y="1332293"/>
            <a:ext cx="2806126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3167015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5"/>
          <p:cNvSpPr txBox="1">
            <a:spLocks noGrp="1"/>
          </p:cNvSpPr>
          <p:nvPr>
            <p:ph type="body" idx="4"/>
          </p:nvPr>
        </p:nvSpPr>
        <p:spPr>
          <a:xfrm>
            <a:off x="3209427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body" idx="5"/>
          </p:nvPr>
        </p:nvSpPr>
        <p:spPr>
          <a:xfrm>
            <a:off x="3209427" y="1602920"/>
            <a:ext cx="2682455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body" idx="6"/>
          </p:nvPr>
        </p:nvSpPr>
        <p:spPr>
          <a:xfrm>
            <a:off x="3166838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25"/>
          <p:cNvSpPr/>
          <p:nvPr/>
        </p:nvSpPr>
        <p:spPr>
          <a:xfrm>
            <a:off x="6085108" y="1332293"/>
            <a:ext cx="2806126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6085108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5"/>
          <p:cNvSpPr txBox="1">
            <a:spLocks noGrp="1"/>
          </p:cNvSpPr>
          <p:nvPr>
            <p:ph type="body" idx="7"/>
          </p:nvPr>
        </p:nvSpPr>
        <p:spPr>
          <a:xfrm>
            <a:off x="6127520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body" idx="8"/>
          </p:nvPr>
        </p:nvSpPr>
        <p:spPr>
          <a:xfrm>
            <a:off x="6127520" y="1602920"/>
            <a:ext cx="2682455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body" idx="9"/>
          </p:nvPr>
        </p:nvSpPr>
        <p:spPr>
          <a:xfrm>
            <a:off x="6084931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13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body" idx="14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модуля">
  <p:cSld name="4 модуля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/>
          <p:nvPr/>
        </p:nvSpPr>
        <p:spPr>
          <a:xfrm>
            <a:off x="253781" y="1332293"/>
            <a:ext cx="207746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6"/>
          <p:cNvSpPr/>
          <p:nvPr/>
        </p:nvSpPr>
        <p:spPr>
          <a:xfrm>
            <a:off x="253781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6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1985906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" name="Google Shape;171;p26"/>
          <p:cNvSpPr/>
          <p:nvPr/>
        </p:nvSpPr>
        <p:spPr>
          <a:xfrm>
            <a:off x="2441747" y="1332293"/>
            <a:ext cx="207746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2441747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6"/>
          <p:cNvSpPr txBox="1">
            <a:spLocks noGrp="1"/>
          </p:cNvSpPr>
          <p:nvPr>
            <p:ph type="body" idx="4"/>
          </p:nvPr>
        </p:nvSpPr>
        <p:spPr>
          <a:xfrm>
            <a:off x="2484158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" name="Google Shape;174;p26"/>
          <p:cNvSpPr txBox="1">
            <a:spLocks noGrp="1"/>
          </p:cNvSpPr>
          <p:nvPr>
            <p:ph type="body" idx="5"/>
          </p:nvPr>
        </p:nvSpPr>
        <p:spPr>
          <a:xfrm>
            <a:off x="2484158" y="1602920"/>
            <a:ext cx="1985906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" name="Google Shape;175;p26"/>
          <p:cNvSpPr txBox="1">
            <a:spLocks noGrp="1"/>
          </p:cNvSpPr>
          <p:nvPr>
            <p:ph type="body" idx="6"/>
          </p:nvPr>
        </p:nvSpPr>
        <p:spPr>
          <a:xfrm>
            <a:off x="2441570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" name="Google Shape;176;p26"/>
          <p:cNvSpPr/>
          <p:nvPr/>
        </p:nvSpPr>
        <p:spPr>
          <a:xfrm>
            <a:off x="4631471" y="1332293"/>
            <a:ext cx="207746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4631471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 txBox="1">
            <a:spLocks noGrp="1"/>
          </p:cNvSpPr>
          <p:nvPr>
            <p:ph type="body" idx="7"/>
          </p:nvPr>
        </p:nvSpPr>
        <p:spPr>
          <a:xfrm>
            <a:off x="4673882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body" idx="8"/>
          </p:nvPr>
        </p:nvSpPr>
        <p:spPr>
          <a:xfrm>
            <a:off x="4673882" y="1602920"/>
            <a:ext cx="1985906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26"/>
          <p:cNvSpPr txBox="1">
            <a:spLocks noGrp="1"/>
          </p:cNvSpPr>
          <p:nvPr>
            <p:ph type="body" idx="9"/>
          </p:nvPr>
        </p:nvSpPr>
        <p:spPr>
          <a:xfrm>
            <a:off x="4631294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26"/>
          <p:cNvSpPr/>
          <p:nvPr/>
        </p:nvSpPr>
        <p:spPr>
          <a:xfrm>
            <a:off x="6812756" y="1332293"/>
            <a:ext cx="207746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6812756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 txBox="1">
            <a:spLocks noGrp="1"/>
          </p:cNvSpPr>
          <p:nvPr>
            <p:ph type="body" idx="13"/>
          </p:nvPr>
        </p:nvSpPr>
        <p:spPr>
          <a:xfrm>
            <a:off x="6855168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26"/>
          <p:cNvSpPr txBox="1">
            <a:spLocks noGrp="1"/>
          </p:cNvSpPr>
          <p:nvPr>
            <p:ph type="body" idx="14"/>
          </p:nvPr>
        </p:nvSpPr>
        <p:spPr>
          <a:xfrm>
            <a:off x="6855168" y="1602920"/>
            <a:ext cx="1985906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26"/>
          <p:cNvSpPr txBox="1">
            <a:spLocks noGrp="1"/>
          </p:cNvSpPr>
          <p:nvPr>
            <p:ph type="body" idx="15"/>
          </p:nvPr>
        </p:nvSpPr>
        <p:spPr>
          <a:xfrm>
            <a:off x="6812580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6" name="Google Shape;186;p26"/>
          <p:cNvSpPr txBox="1">
            <a:spLocks noGrp="1"/>
          </p:cNvSpPr>
          <p:nvPr>
            <p:ph type="body" idx="16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7" name="Google Shape;187;p26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88" name="Google Shape;188;p26"/>
          <p:cNvSpPr txBox="1">
            <a:spLocks noGrp="1"/>
          </p:cNvSpPr>
          <p:nvPr>
            <p:ph type="body" idx="17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широких модуля">
  <p:cSld name="4 широких модуля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/>
          <p:nvPr/>
        </p:nvSpPr>
        <p:spPr>
          <a:xfrm>
            <a:off x="253781" y="1332293"/>
            <a:ext cx="4263564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7"/>
          <p:cNvSpPr/>
          <p:nvPr/>
        </p:nvSpPr>
        <p:spPr>
          <a:xfrm>
            <a:off x="253781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7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3" name="Google Shape;193;p27"/>
          <p:cNvSpPr txBox="1">
            <a:spLocks noGrp="1"/>
          </p:cNvSpPr>
          <p:nvPr>
            <p:ph type="body" idx="2"/>
          </p:nvPr>
        </p:nvSpPr>
        <p:spPr>
          <a:xfrm>
            <a:off x="296192" y="1602921"/>
            <a:ext cx="4075661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" name="Google Shape;194;p27"/>
          <p:cNvSpPr/>
          <p:nvPr/>
        </p:nvSpPr>
        <p:spPr>
          <a:xfrm>
            <a:off x="4628149" y="1332293"/>
            <a:ext cx="4263564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4628149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7"/>
          <p:cNvSpPr txBox="1">
            <a:spLocks noGrp="1"/>
          </p:cNvSpPr>
          <p:nvPr>
            <p:ph type="body" idx="3"/>
          </p:nvPr>
        </p:nvSpPr>
        <p:spPr>
          <a:xfrm>
            <a:off x="4670561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body" idx="4"/>
          </p:nvPr>
        </p:nvSpPr>
        <p:spPr>
          <a:xfrm>
            <a:off x="4670561" y="1602921"/>
            <a:ext cx="4075661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" name="Google Shape;198;p27"/>
          <p:cNvSpPr txBox="1">
            <a:spLocks noGrp="1"/>
          </p:cNvSpPr>
          <p:nvPr>
            <p:ph type="body" idx="5"/>
          </p:nvPr>
        </p:nvSpPr>
        <p:spPr>
          <a:xfrm>
            <a:off x="253604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body" idx="6"/>
          </p:nvPr>
        </p:nvSpPr>
        <p:spPr>
          <a:xfrm>
            <a:off x="4637129" y="846535"/>
            <a:ext cx="425309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27"/>
          <p:cNvSpPr/>
          <p:nvPr/>
        </p:nvSpPr>
        <p:spPr>
          <a:xfrm>
            <a:off x="251222" y="3116257"/>
            <a:ext cx="4263564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251222" y="2630257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7"/>
          <p:cNvSpPr txBox="1">
            <a:spLocks noGrp="1"/>
          </p:cNvSpPr>
          <p:nvPr>
            <p:ph type="body" idx="7"/>
          </p:nvPr>
        </p:nvSpPr>
        <p:spPr>
          <a:xfrm>
            <a:off x="293634" y="3168216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" name="Google Shape;203;p27"/>
          <p:cNvSpPr txBox="1">
            <a:spLocks noGrp="1"/>
          </p:cNvSpPr>
          <p:nvPr>
            <p:ph type="body" idx="8"/>
          </p:nvPr>
        </p:nvSpPr>
        <p:spPr>
          <a:xfrm>
            <a:off x="293634" y="3386885"/>
            <a:ext cx="4075661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" name="Google Shape;204;p27"/>
          <p:cNvSpPr/>
          <p:nvPr/>
        </p:nvSpPr>
        <p:spPr>
          <a:xfrm>
            <a:off x="4625591" y="3116257"/>
            <a:ext cx="4263564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4625591" y="2630257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7"/>
          <p:cNvSpPr txBox="1">
            <a:spLocks noGrp="1"/>
          </p:cNvSpPr>
          <p:nvPr>
            <p:ph type="body" idx="9"/>
          </p:nvPr>
        </p:nvSpPr>
        <p:spPr>
          <a:xfrm>
            <a:off x="4668002" y="3168216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3"/>
          </p:nvPr>
        </p:nvSpPr>
        <p:spPr>
          <a:xfrm>
            <a:off x="4668002" y="3386885"/>
            <a:ext cx="4075661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14"/>
          </p:nvPr>
        </p:nvSpPr>
        <p:spPr>
          <a:xfrm>
            <a:off x="251045" y="2630499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15"/>
          </p:nvPr>
        </p:nvSpPr>
        <p:spPr>
          <a:xfrm>
            <a:off x="4634571" y="2630499"/>
            <a:ext cx="425309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16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27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body" idx="17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модулей">
  <p:cSld name="6 модулей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/>
          <p:nvPr/>
        </p:nvSpPr>
        <p:spPr>
          <a:xfrm>
            <a:off x="253781" y="1332293"/>
            <a:ext cx="2806126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253781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8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" name="Google Shape;217;p28"/>
          <p:cNvSpPr txBox="1">
            <a:spLocks noGrp="1"/>
          </p:cNvSpPr>
          <p:nvPr>
            <p:ph type="body" idx="2"/>
          </p:nvPr>
        </p:nvSpPr>
        <p:spPr>
          <a:xfrm>
            <a:off x="296192" y="1602921"/>
            <a:ext cx="2682455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3"/>
          </p:nvPr>
        </p:nvSpPr>
        <p:spPr>
          <a:xfrm>
            <a:off x="253603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9" name="Google Shape;219;p28"/>
          <p:cNvSpPr/>
          <p:nvPr/>
        </p:nvSpPr>
        <p:spPr>
          <a:xfrm>
            <a:off x="251222" y="3116257"/>
            <a:ext cx="2806126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251222" y="2630257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8"/>
          <p:cNvSpPr txBox="1">
            <a:spLocks noGrp="1"/>
          </p:cNvSpPr>
          <p:nvPr>
            <p:ph type="body" idx="4"/>
          </p:nvPr>
        </p:nvSpPr>
        <p:spPr>
          <a:xfrm>
            <a:off x="293634" y="3168216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body" idx="5"/>
          </p:nvPr>
        </p:nvSpPr>
        <p:spPr>
          <a:xfrm>
            <a:off x="293634" y="3386885"/>
            <a:ext cx="2682455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8"/>
          <p:cNvSpPr txBox="1">
            <a:spLocks noGrp="1"/>
          </p:cNvSpPr>
          <p:nvPr>
            <p:ph type="body" idx="6"/>
          </p:nvPr>
        </p:nvSpPr>
        <p:spPr>
          <a:xfrm>
            <a:off x="251045" y="2630499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4" name="Google Shape;224;p28"/>
          <p:cNvSpPr/>
          <p:nvPr/>
        </p:nvSpPr>
        <p:spPr>
          <a:xfrm>
            <a:off x="3173733" y="1332293"/>
            <a:ext cx="2806126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8"/>
          <p:cNvSpPr/>
          <p:nvPr/>
        </p:nvSpPr>
        <p:spPr>
          <a:xfrm>
            <a:off x="3173733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8"/>
          <p:cNvSpPr txBox="1">
            <a:spLocks noGrp="1"/>
          </p:cNvSpPr>
          <p:nvPr>
            <p:ph type="body" idx="7"/>
          </p:nvPr>
        </p:nvSpPr>
        <p:spPr>
          <a:xfrm>
            <a:off x="3216145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" name="Google Shape;227;p28"/>
          <p:cNvSpPr txBox="1">
            <a:spLocks noGrp="1"/>
          </p:cNvSpPr>
          <p:nvPr>
            <p:ph type="body" idx="8"/>
          </p:nvPr>
        </p:nvSpPr>
        <p:spPr>
          <a:xfrm>
            <a:off x="3216145" y="1602921"/>
            <a:ext cx="2682455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" name="Google Shape;228;p28"/>
          <p:cNvSpPr txBox="1">
            <a:spLocks noGrp="1"/>
          </p:cNvSpPr>
          <p:nvPr>
            <p:ph type="body" idx="9"/>
          </p:nvPr>
        </p:nvSpPr>
        <p:spPr>
          <a:xfrm>
            <a:off x="3173556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" name="Google Shape;229;p28"/>
          <p:cNvSpPr/>
          <p:nvPr/>
        </p:nvSpPr>
        <p:spPr>
          <a:xfrm>
            <a:off x="3171175" y="3116257"/>
            <a:ext cx="2806126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8"/>
          <p:cNvSpPr/>
          <p:nvPr/>
        </p:nvSpPr>
        <p:spPr>
          <a:xfrm>
            <a:off x="3171175" y="2630257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8"/>
          <p:cNvSpPr txBox="1">
            <a:spLocks noGrp="1"/>
          </p:cNvSpPr>
          <p:nvPr>
            <p:ph type="body" idx="13"/>
          </p:nvPr>
        </p:nvSpPr>
        <p:spPr>
          <a:xfrm>
            <a:off x="3213587" y="3168216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8"/>
          <p:cNvSpPr txBox="1">
            <a:spLocks noGrp="1"/>
          </p:cNvSpPr>
          <p:nvPr>
            <p:ph type="body" idx="14"/>
          </p:nvPr>
        </p:nvSpPr>
        <p:spPr>
          <a:xfrm>
            <a:off x="3213587" y="3386885"/>
            <a:ext cx="2682455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8"/>
          <p:cNvSpPr txBox="1">
            <a:spLocks noGrp="1"/>
          </p:cNvSpPr>
          <p:nvPr>
            <p:ph type="body" idx="15"/>
          </p:nvPr>
        </p:nvSpPr>
        <p:spPr>
          <a:xfrm>
            <a:off x="3170998" y="2630499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" name="Google Shape;234;p28"/>
          <p:cNvSpPr/>
          <p:nvPr/>
        </p:nvSpPr>
        <p:spPr>
          <a:xfrm>
            <a:off x="6085322" y="1332293"/>
            <a:ext cx="2806126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8"/>
          <p:cNvSpPr/>
          <p:nvPr/>
        </p:nvSpPr>
        <p:spPr>
          <a:xfrm>
            <a:off x="6085322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8"/>
          <p:cNvSpPr txBox="1">
            <a:spLocks noGrp="1"/>
          </p:cNvSpPr>
          <p:nvPr>
            <p:ph type="body" idx="16"/>
          </p:nvPr>
        </p:nvSpPr>
        <p:spPr>
          <a:xfrm>
            <a:off x="6127733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" name="Google Shape;237;p28"/>
          <p:cNvSpPr txBox="1">
            <a:spLocks noGrp="1"/>
          </p:cNvSpPr>
          <p:nvPr>
            <p:ph type="body" idx="17"/>
          </p:nvPr>
        </p:nvSpPr>
        <p:spPr>
          <a:xfrm>
            <a:off x="6127733" y="1602921"/>
            <a:ext cx="2682455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" name="Google Shape;238;p28"/>
          <p:cNvSpPr txBox="1">
            <a:spLocks noGrp="1"/>
          </p:cNvSpPr>
          <p:nvPr>
            <p:ph type="body" idx="18"/>
          </p:nvPr>
        </p:nvSpPr>
        <p:spPr>
          <a:xfrm>
            <a:off x="6085144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" name="Google Shape;239;p28"/>
          <p:cNvSpPr/>
          <p:nvPr/>
        </p:nvSpPr>
        <p:spPr>
          <a:xfrm>
            <a:off x="6082763" y="3116257"/>
            <a:ext cx="2806126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8"/>
          <p:cNvSpPr/>
          <p:nvPr/>
        </p:nvSpPr>
        <p:spPr>
          <a:xfrm>
            <a:off x="6082763" y="2630257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8"/>
          <p:cNvSpPr txBox="1">
            <a:spLocks noGrp="1"/>
          </p:cNvSpPr>
          <p:nvPr>
            <p:ph type="body" idx="19"/>
          </p:nvPr>
        </p:nvSpPr>
        <p:spPr>
          <a:xfrm>
            <a:off x="6125174" y="3168216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8"/>
          <p:cNvSpPr txBox="1">
            <a:spLocks noGrp="1"/>
          </p:cNvSpPr>
          <p:nvPr>
            <p:ph type="body" idx="20"/>
          </p:nvPr>
        </p:nvSpPr>
        <p:spPr>
          <a:xfrm>
            <a:off x="6125174" y="3386885"/>
            <a:ext cx="2682455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3" name="Google Shape;243;p28"/>
          <p:cNvSpPr txBox="1">
            <a:spLocks noGrp="1"/>
          </p:cNvSpPr>
          <p:nvPr>
            <p:ph type="body" idx="21"/>
          </p:nvPr>
        </p:nvSpPr>
        <p:spPr>
          <a:xfrm>
            <a:off x="6082586" y="2630499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" name="Google Shape;244;p28"/>
          <p:cNvSpPr txBox="1">
            <a:spLocks noGrp="1"/>
          </p:cNvSpPr>
          <p:nvPr>
            <p:ph type="body" idx="22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" name="Google Shape;245;p28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246" name="Google Shape;246;p28"/>
          <p:cNvSpPr txBox="1">
            <a:spLocks noGrp="1"/>
          </p:cNvSpPr>
          <p:nvPr>
            <p:ph type="body" idx="23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модулей">
  <p:cSld name="8 модулей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/>
          <p:nvPr/>
        </p:nvSpPr>
        <p:spPr>
          <a:xfrm>
            <a:off x="253781" y="1332293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9"/>
          <p:cNvSpPr/>
          <p:nvPr/>
        </p:nvSpPr>
        <p:spPr>
          <a:xfrm>
            <a:off x="253781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9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9"/>
          <p:cNvSpPr txBox="1">
            <a:spLocks noGrp="1"/>
          </p:cNvSpPr>
          <p:nvPr>
            <p:ph type="body" idx="2"/>
          </p:nvPr>
        </p:nvSpPr>
        <p:spPr>
          <a:xfrm>
            <a:off x="296192" y="1602921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" name="Google Shape;252;p29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" name="Google Shape;253;p29"/>
          <p:cNvSpPr/>
          <p:nvPr/>
        </p:nvSpPr>
        <p:spPr>
          <a:xfrm>
            <a:off x="251222" y="3116257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9"/>
          <p:cNvSpPr/>
          <p:nvPr/>
        </p:nvSpPr>
        <p:spPr>
          <a:xfrm>
            <a:off x="251222" y="2630257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9"/>
          <p:cNvSpPr txBox="1">
            <a:spLocks noGrp="1"/>
          </p:cNvSpPr>
          <p:nvPr>
            <p:ph type="body" idx="4"/>
          </p:nvPr>
        </p:nvSpPr>
        <p:spPr>
          <a:xfrm>
            <a:off x="293634" y="3168216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6" name="Google Shape;256;p29"/>
          <p:cNvSpPr txBox="1">
            <a:spLocks noGrp="1"/>
          </p:cNvSpPr>
          <p:nvPr>
            <p:ph type="body" idx="5"/>
          </p:nvPr>
        </p:nvSpPr>
        <p:spPr>
          <a:xfrm>
            <a:off x="293634" y="3386885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7" name="Google Shape;257;p29"/>
          <p:cNvSpPr txBox="1">
            <a:spLocks noGrp="1"/>
          </p:cNvSpPr>
          <p:nvPr>
            <p:ph type="body" idx="6"/>
          </p:nvPr>
        </p:nvSpPr>
        <p:spPr>
          <a:xfrm>
            <a:off x="251046" y="2630499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" name="Google Shape;258;p29"/>
          <p:cNvSpPr/>
          <p:nvPr/>
        </p:nvSpPr>
        <p:spPr>
          <a:xfrm>
            <a:off x="2438400" y="1332293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9"/>
          <p:cNvSpPr/>
          <p:nvPr/>
        </p:nvSpPr>
        <p:spPr>
          <a:xfrm>
            <a:off x="2438400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9"/>
          <p:cNvSpPr txBox="1">
            <a:spLocks noGrp="1"/>
          </p:cNvSpPr>
          <p:nvPr>
            <p:ph type="body" idx="7"/>
          </p:nvPr>
        </p:nvSpPr>
        <p:spPr>
          <a:xfrm>
            <a:off x="2480812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1" name="Google Shape;261;p29"/>
          <p:cNvSpPr txBox="1">
            <a:spLocks noGrp="1"/>
          </p:cNvSpPr>
          <p:nvPr>
            <p:ph type="body" idx="8"/>
          </p:nvPr>
        </p:nvSpPr>
        <p:spPr>
          <a:xfrm>
            <a:off x="2480812" y="1602921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" name="Google Shape;262;p29"/>
          <p:cNvSpPr txBox="1">
            <a:spLocks noGrp="1"/>
          </p:cNvSpPr>
          <p:nvPr>
            <p:ph type="body" idx="9"/>
          </p:nvPr>
        </p:nvSpPr>
        <p:spPr>
          <a:xfrm>
            <a:off x="2438223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2435842" y="3116257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2435842" y="2630257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9"/>
          <p:cNvSpPr txBox="1">
            <a:spLocks noGrp="1"/>
          </p:cNvSpPr>
          <p:nvPr>
            <p:ph type="body" idx="13"/>
          </p:nvPr>
        </p:nvSpPr>
        <p:spPr>
          <a:xfrm>
            <a:off x="2478254" y="3168216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9"/>
          <p:cNvSpPr txBox="1">
            <a:spLocks noGrp="1"/>
          </p:cNvSpPr>
          <p:nvPr>
            <p:ph type="body" idx="14"/>
          </p:nvPr>
        </p:nvSpPr>
        <p:spPr>
          <a:xfrm>
            <a:off x="2478254" y="3386885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9"/>
          <p:cNvSpPr txBox="1">
            <a:spLocks noGrp="1"/>
          </p:cNvSpPr>
          <p:nvPr>
            <p:ph type="body" idx="15"/>
          </p:nvPr>
        </p:nvSpPr>
        <p:spPr>
          <a:xfrm>
            <a:off x="2435666" y="2630499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9"/>
          <p:cNvSpPr/>
          <p:nvPr/>
        </p:nvSpPr>
        <p:spPr>
          <a:xfrm>
            <a:off x="4630873" y="1332293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9"/>
          <p:cNvSpPr/>
          <p:nvPr/>
        </p:nvSpPr>
        <p:spPr>
          <a:xfrm>
            <a:off x="4630873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9"/>
          <p:cNvSpPr txBox="1">
            <a:spLocks noGrp="1"/>
          </p:cNvSpPr>
          <p:nvPr>
            <p:ph type="body" idx="16"/>
          </p:nvPr>
        </p:nvSpPr>
        <p:spPr>
          <a:xfrm>
            <a:off x="4673285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9"/>
          <p:cNvSpPr txBox="1">
            <a:spLocks noGrp="1"/>
          </p:cNvSpPr>
          <p:nvPr>
            <p:ph type="body" idx="17"/>
          </p:nvPr>
        </p:nvSpPr>
        <p:spPr>
          <a:xfrm>
            <a:off x="4673285" y="1602921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2" name="Google Shape;272;p29"/>
          <p:cNvSpPr txBox="1">
            <a:spLocks noGrp="1"/>
          </p:cNvSpPr>
          <p:nvPr>
            <p:ph type="body" idx="18"/>
          </p:nvPr>
        </p:nvSpPr>
        <p:spPr>
          <a:xfrm>
            <a:off x="4630697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3" name="Google Shape;273;p29"/>
          <p:cNvSpPr/>
          <p:nvPr/>
        </p:nvSpPr>
        <p:spPr>
          <a:xfrm>
            <a:off x="4628315" y="3116257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9"/>
          <p:cNvSpPr/>
          <p:nvPr/>
        </p:nvSpPr>
        <p:spPr>
          <a:xfrm>
            <a:off x="4628315" y="2630257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9"/>
          <p:cNvSpPr txBox="1">
            <a:spLocks noGrp="1"/>
          </p:cNvSpPr>
          <p:nvPr>
            <p:ph type="body" idx="19"/>
          </p:nvPr>
        </p:nvSpPr>
        <p:spPr>
          <a:xfrm>
            <a:off x="4670726" y="3168216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6" name="Google Shape;276;p29"/>
          <p:cNvSpPr txBox="1">
            <a:spLocks noGrp="1"/>
          </p:cNvSpPr>
          <p:nvPr>
            <p:ph type="body" idx="20"/>
          </p:nvPr>
        </p:nvSpPr>
        <p:spPr>
          <a:xfrm>
            <a:off x="4670726" y="3386885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9"/>
          <p:cNvSpPr txBox="1">
            <a:spLocks noGrp="1"/>
          </p:cNvSpPr>
          <p:nvPr>
            <p:ph type="body" idx="21"/>
          </p:nvPr>
        </p:nvSpPr>
        <p:spPr>
          <a:xfrm>
            <a:off x="4628138" y="2630499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9"/>
          <p:cNvSpPr/>
          <p:nvPr/>
        </p:nvSpPr>
        <p:spPr>
          <a:xfrm>
            <a:off x="6812902" y="1332293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9"/>
          <p:cNvSpPr/>
          <p:nvPr/>
        </p:nvSpPr>
        <p:spPr>
          <a:xfrm>
            <a:off x="6812902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9"/>
          <p:cNvSpPr txBox="1">
            <a:spLocks noGrp="1"/>
          </p:cNvSpPr>
          <p:nvPr>
            <p:ph type="body" idx="22"/>
          </p:nvPr>
        </p:nvSpPr>
        <p:spPr>
          <a:xfrm>
            <a:off x="6855313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9"/>
          <p:cNvSpPr txBox="1">
            <a:spLocks noGrp="1"/>
          </p:cNvSpPr>
          <p:nvPr>
            <p:ph type="body" idx="23"/>
          </p:nvPr>
        </p:nvSpPr>
        <p:spPr>
          <a:xfrm>
            <a:off x="6855313" y="1602921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9"/>
          <p:cNvSpPr txBox="1">
            <a:spLocks noGrp="1"/>
          </p:cNvSpPr>
          <p:nvPr>
            <p:ph type="body" idx="24"/>
          </p:nvPr>
        </p:nvSpPr>
        <p:spPr>
          <a:xfrm>
            <a:off x="6812726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9"/>
          <p:cNvSpPr/>
          <p:nvPr/>
        </p:nvSpPr>
        <p:spPr>
          <a:xfrm>
            <a:off x="6810344" y="3116257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9"/>
          <p:cNvSpPr/>
          <p:nvPr/>
        </p:nvSpPr>
        <p:spPr>
          <a:xfrm>
            <a:off x="6810344" y="2630257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9"/>
          <p:cNvSpPr txBox="1">
            <a:spLocks noGrp="1"/>
          </p:cNvSpPr>
          <p:nvPr>
            <p:ph type="body" idx="25"/>
          </p:nvPr>
        </p:nvSpPr>
        <p:spPr>
          <a:xfrm>
            <a:off x="6852755" y="3168216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6" name="Google Shape;286;p29"/>
          <p:cNvSpPr txBox="1">
            <a:spLocks noGrp="1"/>
          </p:cNvSpPr>
          <p:nvPr>
            <p:ph type="body" idx="26"/>
          </p:nvPr>
        </p:nvSpPr>
        <p:spPr>
          <a:xfrm>
            <a:off x="6852755" y="3386885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7" name="Google Shape;287;p29"/>
          <p:cNvSpPr txBox="1">
            <a:spLocks noGrp="1"/>
          </p:cNvSpPr>
          <p:nvPr>
            <p:ph type="body" idx="27"/>
          </p:nvPr>
        </p:nvSpPr>
        <p:spPr>
          <a:xfrm>
            <a:off x="6810167" y="2630499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8" name="Google Shape;288;p29"/>
          <p:cNvSpPr txBox="1">
            <a:spLocks noGrp="1"/>
          </p:cNvSpPr>
          <p:nvPr>
            <p:ph type="body" idx="28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29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290" name="Google Shape;290;p29"/>
          <p:cNvSpPr txBox="1">
            <a:spLocks noGrp="1"/>
          </p:cNvSpPr>
          <p:nvPr>
            <p:ph type="body" idx="29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модуля и вывод">
  <p:cSld name="4 модуля и вывод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/>
          <p:nvPr/>
        </p:nvSpPr>
        <p:spPr>
          <a:xfrm>
            <a:off x="253781" y="1332293"/>
            <a:ext cx="4263564" cy="95135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0"/>
          <p:cNvSpPr/>
          <p:nvPr/>
        </p:nvSpPr>
        <p:spPr>
          <a:xfrm>
            <a:off x="253781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0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30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4075661" cy="588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6" name="Google Shape;296;p30"/>
          <p:cNvSpPr/>
          <p:nvPr/>
        </p:nvSpPr>
        <p:spPr>
          <a:xfrm>
            <a:off x="4628149" y="1332293"/>
            <a:ext cx="4263564" cy="95135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/>
          <p:nvPr/>
        </p:nvSpPr>
        <p:spPr>
          <a:xfrm>
            <a:off x="4628149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0"/>
          <p:cNvSpPr txBox="1">
            <a:spLocks noGrp="1"/>
          </p:cNvSpPr>
          <p:nvPr>
            <p:ph type="body" idx="3"/>
          </p:nvPr>
        </p:nvSpPr>
        <p:spPr>
          <a:xfrm>
            <a:off x="4670561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9" name="Google Shape;299;p30"/>
          <p:cNvSpPr txBox="1">
            <a:spLocks noGrp="1"/>
          </p:cNvSpPr>
          <p:nvPr>
            <p:ph type="body" idx="4"/>
          </p:nvPr>
        </p:nvSpPr>
        <p:spPr>
          <a:xfrm>
            <a:off x="4670561" y="1602920"/>
            <a:ext cx="4075661" cy="588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0" name="Google Shape;300;p30"/>
          <p:cNvSpPr txBox="1">
            <a:spLocks noGrp="1"/>
          </p:cNvSpPr>
          <p:nvPr>
            <p:ph type="body" idx="5"/>
          </p:nvPr>
        </p:nvSpPr>
        <p:spPr>
          <a:xfrm>
            <a:off x="253604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30"/>
          <p:cNvSpPr txBox="1">
            <a:spLocks noGrp="1"/>
          </p:cNvSpPr>
          <p:nvPr>
            <p:ph type="body" idx="6"/>
          </p:nvPr>
        </p:nvSpPr>
        <p:spPr>
          <a:xfrm>
            <a:off x="4637129" y="846535"/>
            <a:ext cx="425309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30"/>
          <p:cNvSpPr/>
          <p:nvPr/>
        </p:nvSpPr>
        <p:spPr>
          <a:xfrm>
            <a:off x="253781" y="2880647"/>
            <a:ext cx="4263564" cy="95135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0"/>
          <p:cNvSpPr/>
          <p:nvPr/>
        </p:nvSpPr>
        <p:spPr>
          <a:xfrm>
            <a:off x="253781" y="2394647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0"/>
          <p:cNvSpPr txBox="1">
            <a:spLocks noGrp="1"/>
          </p:cNvSpPr>
          <p:nvPr>
            <p:ph type="body" idx="7"/>
          </p:nvPr>
        </p:nvSpPr>
        <p:spPr>
          <a:xfrm>
            <a:off x="296192" y="2932606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30"/>
          <p:cNvSpPr txBox="1">
            <a:spLocks noGrp="1"/>
          </p:cNvSpPr>
          <p:nvPr>
            <p:ph type="body" idx="8"/>
          </p:nvPr>
        </p:nvSpPr>
        <p:spPr>
          <a:xfrm>
            <a:off x="296192" y="3151274"/>
            <a:ext cx="4075661" cy="588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30"/>
          <p:cNvSpPr/>
          <p:nvPr/>
        </p:nvSpPr>
        <p:spPr>
          <a:xfrm>
            <a:off x="4628149" y="2880647"/>
            <a:ext cx="4263564" cy="95135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0"/>
          <p:cNvSpPr/>
          <p:nvPr/>
        </p:nvSpPr>
        <p:spPr>
          <a:xfrm>
            <a:off x="4628149" y="2394647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0"/>
          <p:cNvSpPr txBox="1">
            <a:spLocks noGrp="1"/>
          </p:cNvSpPr>
          <p:nvPr>
            <p:ph type="body" idx="9"/>
          </p:nvPr>
        </p:nvSpPr>
        <p:spPr>
          <a:xfrm>
            <a:off x="4670561" y="2932606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9" name="Google Shape;309;p30"/>
          <p:cNvSpPr txBox="1">
            <a:spLocks noGrp="1"/>
          </p:cNvSpPr>
          <p:nvPr>
            <p:ph type="body" idx="13"/>
          </p:nvPr>
        </p:nvSpPr>
        <p:spPr>
          <a:xfrm>
            <a:off x="4670561" y="3151274"/>
            <a:ext cx="4075661" cy="588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0" name="Google Shape;310;p30"/>
          <p:cNvSpPr txBox="1">
            <a:spLocks noGrp="1"/>
          </p:cNvSpPr>
          <p:nvPr>
            <p:ph type="body" idx="14"/>
          </p:nvPr>
        </p:nvSpPr>
        <p:spPr>
          <a:xfrm>
            <a:off x="253604" y="2394889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1" name="Google Shape;311;p30"/>
          <p:cNvSpPr txBox="1">
            <a:spLocks noGrp="1"/>
          </p:cNvSpPr>
          <p:nvPr>
            <p:ph type="body" idx="15"/>
          </p:nvPr>
        </p:nvSpPr>
        <p:spPr>
          <a:xfrm>
            <a:off x="4637129" y="2394889"/>
            <a:ext cx="425309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254857" y="3936127"/>
            <a:ext cx="8637920" cy="71456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E65907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0"/>
          <p:cNvSpPr txBox="1">
            <a:spLocks noGrp="1"/>
          </p:cNvSpPr>
          <p:nvPr>
            <p:ph type="body" idx="16"/>
          </p:nvPr>
        </p:nvSpPr>
        <p:spPr>
          <a:xfrm>
            <a:off x="251222" y="3936014"/>
            <a:ext cx="8641556" cy="714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4" name="Google Shape;314;p30"/>
          <p:cNvSpPr txBox="1">
            <a:spLocks noGrp="1"/>
          </p:cNvSpPr>
          <p:nvPr>
            <p:ph type="body" idx="17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5" name="Google Shape;315;p30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16" name="Google Shape;316;p30"/>
          <p:cNvSpPr txBox="1">
            <a:spLocks noGrp="1"/>
          </p:cNvSpPr>
          <p:nvPr>
            <p:ph type="body" idx="18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дуль и контент">
  <p:cSld name="Модуль и контент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1"/>
          <p:cNvSpPr/>
          <p:nvPr/>
        </p:nvSpPr>
        <p:spPr>
          <a:xfrm>
            <a:off x="253781" y="1332293"/>
            <a:ext cx="4263564" cy="2968244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253781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1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1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1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1"/>
          <p:cNvSpPr txBox="1">
            <a:spLocks noGrp="1"/>
          </p:cNvSpPr>
          <p:nvPr>
            <p:ph type="body" idx="4"/>
          </p:nvPr>
        </p:nvSpPr>
        <p:spPr>
          <a:xfrm>
            <a:off x="4625652" y="846293"/>
            <a:ext cx="4221770" cy="344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4" name="Google Shape;324;p31"/>
          <p:cNvSpPr txBox="1">
            <a:spLocks noGrp="1"/>
          </p:cNvSpPr>
          <p:nvPr>
            <p:ph type="body" idx="5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5" name="Google Shape;325;p31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26" name="Google Shape;326;p31"/>
          <p:cNvSpPr txBox="1">
            <a:spLocks noGrp="1"/>
          </p:cNvSpPr>
          <p:nvPr>
            <p:ph type="body" idx="6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дуль и 2 вертикальных контента">
  <p:cSld name="Модуль и 2 вертикальных контента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/>
          <p:nvPr/>
        </p:nvSpPr>
        <p:spPr>
          <a:xfrm>
            <a:off x="253781" y="1332293"/>
            <a:ext cx="2806126" cy="2968244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2"/>
          <p:cNvSpPr/>
          <p:nvPr/>
        </p:nvSpPr>
        <p:spPr>
          <a:xfrm>
            <a:off x="253781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2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2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2682455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2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2802377" cy="485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2"/>
          <p:cNvSpPr txBox="1">
            <a:spLocks noGrp="1"/>
          </p:cNvSpPr>
          <p:nvPr>
            <p:ph type="body" idx="4"/>
          </p:nvPr>
        </p:nvSpPr>
        <p:spPr>
          <a:xfrm>
            <a:off x="3172180" y="846293"/>
            <a:ext cx="2802199" cy="344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2"/>
          <p:cNvSpPr txBox="1">
            <a:spLocks noGrp="1"/>
          </p:cNvSpPr>
          <p:nvPr>
            <p:ph type="body" idx="5"/>
          </p:nvPr>
        </p:nvSpPr>
        <p:spPr>
          <a:xfrm>
            <a:off x="6088616" y="846293"/>
            <a:ext cx="2802199" cy="344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5" name="Google Shape;335;p32"/>
          <p:cNvSpPr txBox="1">
            <a:spLocks noGrp="1"/>
          </p:cNvSpPr>
          <p:nvPr>
            <p:ph type="body" idx="6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6" name="Google Shape;336;p32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37" name="Google Shape;337;p32"/>
          <p:cNvSpPr txBox="1">
            <a:spLocks noGrp="1"/>
          </p:cNvSpPr>
          <p:nvPr>
            <p:ph type="body" idx="7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дуль и 2 горизонтальных контента">
  <p:cSld name="Модуль и 2 горизонтальных контента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"/>
          <p:cNvSpPr/>
          <p:nvPr/>
        </p:nvSpPr>
        <p:spPr>
          <a:xfrm>
            <a:off x="253781" y="1332293"/>
            <a:ext cx="3534788" cy="2968244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3"/>
          <p:cNvSpPr/>
          <p:nvPr/>
        </p:nvSpPr>
        <p:spPr>
          <a:xfrm>
            <a:off x="253781" y="846293"/>
            <a:ext cx="3534788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3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3379004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2" name="Google Shape;342;p33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3379004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3" name="Google Shape;343;p33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3530066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4" name="Google Shape;344;p33"/>
          <p:cNvSpPr txBox="1">
            <a:spLocks noGrp="1"/>
          </p:cNvSpPr>
          <p:nvPr>
            <p:ph type="body" idx="4"/>
          </p:nvPr>
        </p:nvSpPr>
        <p:spPr>
          <a:xfrm>
            <a:off x="3896916" y="850389"/>
            <a:ext cx="4995863" cy="1667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5" name="Google Shape;345;p33"/>
          <p:cNvSpPr txBox="1">
            <a:spLocks noGrp="1"/>
          </p:cNvSpPr>
          <p:nvPr>
            <p:ph type="body" idx="5"/>
          </p:nvPr>
        </p:nvSpPr>
        <p:spPr>
          <a:xfrm>
            <a:off x="3896916" y="2625328"/>
            <a:ext cx="4995863" cy="167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6" name="Google Shape;346;p33"/>
          <p:cNvSpPr txBox="1">
            <a:spLocks noGrp="1"/>
          </p:cNvSpPr>
          <p:nvPr>
            <p:ph type="body" idx="6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7" name="Google Shape;347;p33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48" name="Google Shape;348;p33"/>
          <p:cNvSpPr txBox="1">
            <a:spLocks noGrp="1"/>
          </p:cNvSpPr>
          <p:nvPr>
            <p:ph type="body" idx="7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2 строки">
  <p:cSld name="Заголовок 2 строки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"/>
          <p:cNvSpPr/>
          <p:nvPr/>
        </p:nvSpPr>
        <p:spPr>
          <a:xfrm>
            <a:off x="253781" y="1332293"/>
            <a:ext cx="4263564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4"/>
          <p:cNvSpPr/>
          <p:nvPr/>
        </p:nvSpPr>
        <p:spPr>
          <a:xfrm>
            <a:off x="253781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4" name="Google Shape;354;p34"/>
          <p:cNvSpPr/>
          <p:nvPr/>
        </p:nvSpPr>
        <p:spPr>
          <a:xfrm>
            <a:off x="4624685" y="1332293"/>
            <a:ext cx="4263564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4"/>
          <p:cNvSpPr/>
          <p:nvPr/>
        </p:nvSpPr>
        <p:spPr>
          <a:xfrm>
            <a:off x="4624685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4"/>
          <p:cNvSpPr txBox="1">
            <a:spLocks noGrp="1"/>
          </p:cNvSpPr>
          <p:nvPr>
            <p:ph type="body" idx="3"/>
          </p:nvPr>
        </p:nvSpPr>
        <p:spPr>
          <a:xfrm>
            <a:off x="4667097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7" name="Google Shape;357;p34"/>
          <p:cNvSpPr txBox="1">
            <a:spLocks noGrp="1"/>
          </p:cNvSpPr>
          <p:nvPr>
            <p:ph type="body" idx="4"/>
          </p:nvPr>
        </p:nvSpPr>
        <p:spPr>
          <a:xfrm>
            <a:off x="4667097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8" name="Google Shape;358;p34"/>
          <p:cNvSpPr txBox="1">
            <a:spLocks noGrp="1"/>
          </p:cNvSpPr>
          <p:nvPr>
            <p:ph type="body" idx="5"/>
          </p:nvPr>
        </p:nvSpPr>
        <p:spPr>
          <a:xfrm>
            <a:off x="4633666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9" name="Google Shape;359;p34"/>
          <p:cNvSpPr txBox="1">
            <a:spLocks noGrp="1"/>
          </p:cNvSpPr>
          <p:nvPr>
            <p:ph type="body" idx="6"/>
          </p:nvPr>
        </p:nvSpPr>
        <p:spPr>
          <a:xfrm>
            <a:off x="253604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0" name="Google Shape;360;p34"/>
          <p:cNvSpPr txBox="1">
            <a:spLocks noGrp="1"/>
          </p:cNvSpPr>
          <p:nvPr>
            <p:ph type="body" idx="7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1" name="Google Shape;361;p34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62" name="Google Shape;362;p34"/>
          <p:cNvSpPr txBox="1">
            <a:spLocks noGrp="1"/>
          </p:cNvSpPr>
          <p:nvPr>
            <p:ph type="body" idx="8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3 строки">
  <p:cSld name="Заголовок 3 строки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5"/>
          <p:cNvSpPr/>
          <p:nvPr/>
        </p:nvSpPr>
        <p:spPr>
          <a:xfrm>
            <a:off x="253781" y="1575319"/>
            <a:ext cx="4263564" cy="3075262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5"/>
          <p:cNvSpPr/>
          <p:nvPr/>
        </p:nvSpPr>
        <p:spPr>
          <a:xfrm>
            <a:off x="253781" y="1089320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5"/>
          <p:cNvSpPr txBox="1">
            <a:spLocks noGrp="1"/>
          </p:cNvSpPr>
          <p:nvPr>
            <p:ph type="body" idx="1"/>
          </p:nvPr>
        </p:nvSpPr>
        <p:spPr>
          <a:xfrm>
            <a:off x="296192" y="1627278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5"/>
          <p:cNvSpPr txBox="1">
            <a:spLocks noGrp="1"/>
          </p:cNvSpPr>
          <p:nvPr>
            <p:ph type="body" idx="2"/>
          </p:nvPr>
        </p:nvSpPr>
        <p:spPr>
          <a:xfrm>
            <a:off x="296192" y="1845946"/>
            <a:ext cx="4075661" cy="2700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5"/>
          <p:cNvSpPr/>
          <p:nvPr/>
        </p:nvSpPr>
        <p:spPr>
          <a:xfrm>
            <a:off x="4624685" y="1575319"/>
            <a:ext cx="4263564" cy="3075262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5"/>
          <p:cNvSpPr/>
          <p:nvPr/>
        </p:nvSpPr>
        <p:spPr>
          <a:xfrm>
            <a:off x="4624685" y="1089320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5"/>
          <p:cNvSpPr txBox="1">
            <a:spLocks noGrp="1"/>
          </p:cNvSpPr>
          <p:nvPr>
            <p:ph type="body" idx="3"/>
          </p:nvPr>
        </p:nvSpPr>
        <p:spPr>
          <a:xfrm>
            <a:off x="4667097" y="1627278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1" name="Google Shape;371;p35"/>
          <p:cNvSpPr txBox="1">
            <a:spLocks noGrp="1"/>
          </p:cNvSpPr>
          <p:nvPr>
            <p:ph type="body" idx="4"/>
          </p:nvPr>
        </p:nvSpPr>
        <p:spPr>
          <a:xfrm>
            <a:off x="4667097" y="1845946"/>
            <a:ext cx="4075661" cy="2700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2" name="Google Shape;372;p35"/>
          <p:cNvSpPr txBox="1">
            <a:spLocks noGrp="1"/>
          </p:cNvSpPr>
          <p:nvPr>
            <p:ph type="body" idx="5"/>
          </p:nvPr>
        </p:nvSpPr>
        <p:spPr>
          <a:xfrm>
            <a:off x="4633666" y="1089561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3" name="Google Shape;373;p35"/>
          <p:cNvSpPr txBox="1">
            <a:spLocks noGrp="1"/>
          </p:cNvSpPr>
          <p:nvPr>
            <p:ph type="body" idx="6"/>
          </p:nvPr>
        </p:nvSpPr>
        <p:spPr>
          <a:xfrm>
            <a:off x="253604" y="1094929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4" name="Google Shape;374;p35"/>
          <p:cNvSpPr txBox="1">
            <a:spLocks noGrp="1"/>
          </p:cNvSpPr>
          <p:nvPr>
            <p:ph type="body" idx="7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5" name="Google Shape;375;p35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863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76" name="Google Shape;376;p35"/>
          <p:cNvSpPr txBox="1">
            <a:spLocks noGrp="1"/>
          </p:cNvSpPr>
          <p:nvPr>
            <p:ph type="body" idx="8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+дескриптор">
  <p:cSld name="Заголовок+дескриптор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6"/>
          <p:cNvSpPr/>
          <p:nvPr/>
        </p:nvSpPr>
        <p:spPr>
          <a:xfrm>
            <a:off x="253781" y="1332293"/>
            <a:ext cx="4263564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6"/>
          <p:cNvSpPr/>
          <p:nvPr/>
        </p:nvSpPr>
        <p:spPr>
          <a:xfrm>
            <a:off x="253781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6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1" name="Google Shape;381;p36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2" name="Google Shape;382;p36"/>
          <p:cNvSpPr/>
          <p:nvPr/>
        </p:nvSpPr>
        <p:spPr>
          <a:xfrm>
            <a:off x="4624685" y="1332293"/>
            <a:ext cx="4263564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6"/>
          <p:cNvSpPr/>
          <p:nvPr/>
        </p:nvSpPr>
        <p:spPr>
          <a:xfrm>
            <a:off x="4624685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6"/>
          <p:cNvSpPr txBox="1">
            <a:spLocks noGrp="1"/>
          </p:cNvSpPr>
          <p:nvPr>
            <p:ph type="body" idx="3"/>
          </p:nvPr>
        </p:nvSpPr>
        <p:spPr>
          <a:xfrm>
            <a:off x="4667097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5" name="Google Shape;385;p36"/>
          <p:cNvSpPr txBox="1">
            <a:spLocks noGrp="1"/>
          </p:cNvSpPr>
          <p:nvPr>
            <p:ph type="body" idx="4"/>
          </p:nvPr>
        </p:nvSpPr>
        <p:spPr>
          <a:xfrm>
            <a:off x="4667097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6" name="Google Shape;386;p36"/>
          <p:cNvSpPr txBox="1">
            <a:spLocks noGrp="1"/>
          </p:cNvSpPr>
          <p:nvPr>
            <p:ph type="body" idx="5"/>
          </p:nvPr>
        </p:nvSpPr>
        <p:spPr>
          <a:xfrm>
            <a:off x="4633666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7" name="Google Shape;387;p36"/>
          <p:cNvSpPr txBox="1">
            <a:spLocks noGrp="1"/>
          </p:cNvSpPr>
          <p:nvPr>
            <p:ph type="body" idx="6"/>
          </p:nvPr>
        </p:nvSpPr>
        <p:spPr>
          <a:xfrm>
            <a:off x="255640" y="545236"/>
            <a:ext cx="6449960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8" name="Google Shape;388;p36"/>
          <p:cNvSpPr txBox="1">
            <a:spLocks noGrp="1"/>
          </p:cNvSpPr>
          <p:nvPr>
            <p:ph type="body" idx="7"/>
          </p:nvPr>
        </p:nvSpPr>
        <p:spPr>
          <a:xfrm>
            <a:off x="253604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9" name="Google Shape;389;p36"/>
          <p:cNvSpPr txBox="1">
            <a:spLocks noGrp="1"/>
          </p:cNvSpPr>
          <p:nvPr>
            <p:ph type="body" idx="8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0" name="Google Shape;390;p36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27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91" name="Google Shape;391;p36"/>
          <p:cNvSpPr txBox="1">
            <a:spLocks noGrp="1"/>
          </p:cNvSpPr>
          <p:nvPr>
            <p:ph type="body" idx="9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+надзаголовок">
  <p:cSld name="Заголовок+надзаголовок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/>
          <p:nvPr/>
        </p:nvSpPr>
        <p:spPr>
          <a:xfrm>
            <a:off x="253781" y="1575319"/>
            <a:ext cx="4263564" cy="3075262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7"/>
          <p:cNvSpPr/>
          <p:nvPr/>
        </p:nvSpPr>
        <p:spPr>
          <a:xfrm>
            <a:off x="253781" y="1089320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7"/>
          <p:cNvSpPr txBox="1">
            <a:spLocks noGrp="1"/>
          </p:cNvSpPr>
          <p:nvPr>
            <p:ph type="body" idx="1"/>
          </p:nvPr>
        </p:nvSpPr>
        <p:spPr>
          <a:xfrm>
            <a:off x="296192" y="1627278"/>
            <a:ext cx="418300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6" name="Google Shape;396;p37"/>
          <p:cNvSpPr txBox="1">
            <a:spLocks noGrp="1"/>
          </p:cNvSpPr>
          <p:nvPr>
            <p:ph type="body" idx="2"/>
          </p:nvPr>
        </p:nvSpPr>
        <p:spPr>
          <a:xfrm>
            <a:off x="296192" y="1845946"/>
            <a:ext cx="4183001" cy="2700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7" name="Google Shape;397;p37"/>
          <p:cNvSpPr/>
          <p:nvPr/>
        </p:nvSpPr>
        <p:spPr>
          <a:xfrm>
            <a:off x="4624685" y="1575319"/>
            <a:ext cx="4263564" cy="3075262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7"/>
          <p:cNvSpPr/>
          <p:nvPr/>
        </p:nvSpPr>
        <p:spPr>
          <a:xfrm>
            <a:off x="4624685" y="1089320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7"/>
          <p:cNvSpPr txBox="1">
            <a:spLocks noGrp="1"/>
          </p:cNvSpPr>
          <p:nvPr>
            <p:ph type="body" idx="3"/>
          </p:nvPr>
        </p:nvSpPr>
        <p:spPr>
          <a:xfrm>
            <a:off x="4667097" y="1627278"/>
            <a:ext cx="418071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0" name="Google Shape;400;p37"/>
          <p:cNvSpPr txBox="1">
            <a:spLocks noGrp="1"/>
          </p:cNvSpPr>
          <p:nvPr>
            <p:ph type="body" idx="4"/>
          </p:nvPr>
        </p:nvSpPr>
        <p:spPr>
          <a:xfrm>
            <a:off x="4667097" y="1845946"/>
            <a:ext cx="4180711" cy="2700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1" name="Google Shape;401;p37"/>
          <p:cNvSpPr txBox="1">
            <a:spLocks noGrp="1"/>
          </p:cNvSpPr>
          <p:nvPr>
            <p:ph type="body" idx="5"/>
          </p:nvPr>
        </p:nvSpPr>
        <p:spPr>
          <a:xfrm>
            <a:off x="4633666" y="1089561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2" name="Google Shape;402;p37"/>
          <p:cNvSpPr txBox="1">
            <a:spLocks noGrp="1"/>
          </p:cNvSpPr>
          <p:nvPr>
            <p:ph type="title"/>
          </p:nvPr>
        </p:nvSpPr>
        <p:spPr>
          <a:xfrm>
            <a:off x="181065" y="485839"/>
            <a:ext cx="6524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403" name="Google Shape;403;p37"/>
          <p:cNvSpPr txBox="1">
            <a:spLocks noGrp="1"/>
          </p:cNvSpPr>
          <p:nvPr>
            <p:ph type="body" idx="6"/>
          </p:nvPr>
        </p:nvSpPr>
        <p:spPr>
          <a:xfrm>
            <a:off x="255640" y="816383"/>
            <a:ext cx="6449960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4" name="Google Shape;404;p37"/>
          <p:cNvSpPr txBox="1">
            <a:spLocks noGrp="1"/>
          </p:cNvSpPr>
          <p:nvPr>
            <p:ph type="body" idx="7"/>
          </p:nvPr>
        </p:nvSpPr>
        <p:spPr>
          <a:xfrm>
            <a:off x="183940" y="208196"/>
            <a:ext cx="6521659" cy="229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sz="11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5" name="Google Shape;405;p37"/>
          <p:cNvSpPr txBox="1">
            <a:spLocks noGrp="1"/>
          </p:cNvSpPr>
          <p:nvPr>
            <p:ph type="body" idx="8"/>
          </p:nvPr>
        </p:nvSpPr>
        <p:spPr>
          <a:xfrm>
            <a:off x="253604" y="1094929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6" name="Google Shape;406;p37"/>
          <p:cNvSpPr txBox="1">
            <a:spLocks noGrp="1"/>
          </p:cNvSpPr>
          <p:nvPr>
            <p:ph type="body" idx="9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7" name="Google Shape;407;p37"/>
          <p:cNvSpPr txBox="1">
            <a:spLocks noGrp="1"/>
          </p:cNvSpPr>
          <p:nvPr>
            <p:ph type="body" idx="13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>
  <p:cSld name="2_Title Only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8"/>
          <p:cNvSpPr txBox="1">
            <a:spLocks noGrp="1"/>
          </p:cNvSpPr>
          <p:nvPr>
            <p:ph type="title"/>
          </p:nvPr>
        </p:nvSpPr>
        <p:spPr>
          <a:xfrm>
            <a:off x="303219" y="173627"/>
            <a:ext cx="8682890" cy="13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spAutoFit/>
          </a:bodyPr>
          <a:lstStyle>
            <a:lvl1pPr marR="0" lvl="0" algn="l" rtl="0">
              <a:lnSpc>
                <a:spcPct val="68292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Arial Narrow"/>
              <a:buNone/>
              <a:defRPr sz="1500" b="1" i="0" u="none" strike="noStrike" cap="none">
                <a:solidFill>
                  <a:schemeClr val="accent4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410" name="Google Shape;410;p38"/>
          <p:cNvSpPr txBox="1">
            <a:spLocks noGrp="1"/>
          </p:cNvSpPr>
          <p:nvPr>
            <p:ph type="body" idx="1"/>
          </p:nvPr>
        </p:nvSpPr>
        <p:spPr>
          <a:xfrm>
            <a:off x="7758354" y="241528"/>
            <a:ext cx="1165250" cy="146939"/>
          </a:xfrm>
          <a:prstGeom prst="rect">
            <a:avLst/>
          </a:prstGeom>
          <a:noFill/>
          <a:ln w="9525" cap="flat" cmpd="sng">
            <a:solidFill>
              <a:srgbClr val="197E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9"/>
          <p:cNvSpPr txBox="1">
            <a:spLocks noGrp="1"/>
          </p:cNvSpPr>
          <p:nvPr>
            <p:ph type="title"/>
          </p:nvPr>
        </p:nvSpPr>
        <p:spPr>
          <a:xfrm>
            <a:off x="303219" y="173627"/>
            <a:ext cx="8682890" cy="13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spAutoFit/>
          </a:bodyPr>
          <a:lstStyle>
            <a:lvl1pPr marR="0" lvl="0" algn="l" rtl="0">
              <a:lnSpc>
                <a:spcPct val="68292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Arial Narrow"/>
              <a:buNone/>
              <a:defRPr sz="1500" b="1" i="0" u="none" strike="noStrike" cap="none">
                <a:solidFill>
                  <a:schemeClr val="accent4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415" name="Google Shape;415;p40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устой слайд">
  <p:cSld name="1_Пустой слайд">
    <p:bg>
      <p:bgPr>
        <a:solidFill>
          <a:schemeClr val="lt1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1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18" name="Google Shape;418;p41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8711714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2"/>
          <p:cNvSpPr txBox="1">
            <a:spLocks noGrp="1"/>
          </p:cNvSpPr>
          <p:nvPr>
            <p:ph type="title"/>
          </p:nvPr>
        </p:nvSpPr>
        <p:spPr>
          <a:xfrm>
            <a:off x="181065" y="213399"/>
            <a:ext cx="6524535" cy="311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421" name="Google Shape;421;p42"/>
          <p:cNvSpPr txBox="1">
            <a:spLocks noGrp="1"/>
          </p:cNvSpPr>
          <p:nvPr>
            <p:ph type="body" idx="1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 фото">
  <p:cSld name="Титульный с фото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44"/>
          <p:cNvPicPr preferRelativeResize="0"/>
          <p:nvPr/>
        </p:nvPicPr>
        <p:blipFill rotWithShape="1">
          <a:blip r:embed="rId2">
            <a:alphaModFix/>
          </a:blip>
          <a:srcRect t="-1"/>
          <a:stretch/>
        </p:blipFill>
        <p:spPr>
          <a:xfrm>
            <a:off x="-4776" y="571"/>
            <a:ext cx="7454700" cy="3642952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4"/>
          <p:cNvSpPr txBox="1">
            <a:spLocks noGrp="1"/>
          </p:cNvSpPr>
          <p:nvPr>
            <p:ph type="ctrTitle"/>
          </p:nvPr>
        </p:nvSpPr>
        <p:spPr>
          <a:xfrm>
            <a:off x="3814921" y="2601766"/>
            <a:ext cx="4751784" cy="654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27000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06F6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6F6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427" name="Google Shape;427;p44"/>
          <p:cNvSpPr txBox="1">
            <a:spLocks noGrp="1"/>
          </p:cNvSpPr>
          <p:nvPr>
            <p:ph type="subTitle" idx="1"/>
          </p:nvPr>
        </p:nvSpPr>
        <p:spPr>
          <a:xfrm>
            <a:off x="192383" y="4660387"/>
            <a:ext cx="259467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8" name="Google Shape;428;p44"/>
          <p:cNvSpPr txBox="1">
            <a:spLocks noGrp="1"/>
          </p:cNvSpPr>
          <p:nvPr>
            <p:ph type="body" idx="2"/>
          </p:nvPr>
        </p:nvSpPr>
        <p:spPr>
          <a:xfrm>
            <a:off x="214992" y="4320466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9" name="Google Shape;429;p44"/>
          <p:cNvSpPr txBox="1">
            <a:spLocks noGrp="1"/>
          </p:cNvSpPr>
          <p:nvPr>
            <p:ph type="body" idx="3"/>
          </p:nvPr>
        </p:nvSpPr>
        <p:spPr>
          <a:xfrm>
            <a:off x="214992" y="4192904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0" name="Google Shape;430;p44"/>
          <p:cNvSpPr txBox="1">
            <a:spLocks noGrp="1"/>
          </p:cNvSpPr>
          <p:nvPr>
            <p:ph type="body" idx="4"/>
          </p:nvPr>
        </p:nvSpPr>
        <p:spPr>
          <a:xfrm>
            <a:off x="214992" y="3900752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1" name="Google Shape;431;p44"/>
          <p:cNvSpPr txBox="1">
            <a:spLocks noGrp="1"/>
          </p:cNvSpPr>
          <p:nvPr>
            <p:ph type="body" idx="5"/>
          </p:nvPr>
        </p:nvSpPr>
        <p:spPr>
          <a:xfrm>
            <a:off x="192085" y="4785404"/>
            <a:ext cx="2594967" cy="8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2" name="Google Shape;432;p44"/>
          <p:cNvSpPr txBox="1">
            <a:spLocks noGrp="1"/>
          </p:cNvSpPr>
          <p:nvPr>
            <p:ph type="body" idx="6"/>
          </p:nvPr>
        </p:nvSpPr>
        <p:spPr>
          <a:xfrm>
            <a:off x="3826354" y="3881223"/>
            <a:ext cx="2038648" cy="8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3" name="Google Shape;433;p44"/>
          <p:cNvSpPr txBox="1">
            <a:spLocks noGrp="1"/>
          </p:cNvSpPr>
          <p:nvPr>
            <p:ph type="body" idx="7"/>
          </p:nvPr>
        </p:nvSpPr>
        <p:spPr>
          <a:xfrm>
            <a:off x="3826354" y="4770332"/>
            <a:ext cx="2038648" cy="80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4" name="Google Shape;434;p44"/>
          <p:cNvSpPr txBox="1">
            <a:spLocks noGrp="1"/>
          </p:cNvSpPr>
          <p:nvPr>
            <p:ph type="body" idx="8"/>
          </p:nvPr>
        </p:nvSpPr>
        <p:spPr>
          <a:xfrm>
            <a:off x="3826354" y="3997088"/>
            <a:ext cx="2038648" cy="8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5" name="Google Shape;435;p44"/>
          <p:cNvSpPr txBox="1">
            <a:spLocks noGrp="1"/>
          </p:cNvSpPr>
          <p:nvPr>
            <p:ph type="body" idx="9"/>
          </p:nvPr>
        </p:nvSpPr>
        <p:spPr>
          <a:xfrm>
            <a:off x="3826354" y="4115991"/>
            <a:ext cx="2038648" cy="8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36" name="Google Shape;43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9864" y="4291951"/>
            <a:ext cx="1420493" cy="778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 слайд">
  <p:cSld name="Пустой слайд">
    <p:bg>
      <p:bgPr>
        <a:solidFill>
          <a:schemeClr val="lt1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5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439" name="Google Shape;439;p45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8711714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1 строка">
  <p:cSld name="Разделительный 1 строка">
    <p:bg>
      <p:bgPr>
        <a:solidFill>
          <a:schemeClr val="lt1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6"/>
          <p:cNvSpPr txBox="1">
            <a:spLocks noGrp="1"/>
          </p:cNvSpPr>
          <p:nvPr>
            <p:ph type="body" idx="1"/>
          </p:nvPr>
        </p:nvSpPr>
        <p:spPr>
          <a:xfrm>
            <a:off x="241353" y="1738030"/>
            <a:ext cx="1071563" cy="264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34275" rIns="27000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2" name="Google Shape;442;p46"/>
          <p:cNvSpPr txBox="1">
            <a:spLocks noGrp="1"/>
          </p:cNvSpPr>
          <p:nvPr>
            <p:ph type="body" idx="2"/>
          </p:nvPr>
        </p:nvSpPr>
        <p:spPr>
          <a:xfrm>
            <a:off x="241353" y="3065408"/>
            <a:ext cx="2601860" cy="16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3" name="Google Shape;443;p46"/>
          <p:cNvSpPr txBox="1">
            <a:spLocks noGrp="1"/>
          </p:cNvSpPr>
          <p:nvPr>
            <p:ph type="body" idx="3"/>
          </p:nvPr>
        </p:nvSpPr>
        <p:spPr>
          <a:xfrm>
            <a:off x="241352" y="2320251"/>
            <a:ext cx="8190614" cy="35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34275" rIns="27000" bIns="34275" anchor="t" anchorCtr="0">
            <a:noAutofit/>
          </a:bodyPr>
          <a:lstStyle>
            <a:lvl1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Noto Sans Symbols"/>
              <a:buNone/>
              <a:defRPr sz="30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444" name="Google Shape;444;p46"/>
          <p:cNvCxnSpPr/>
          <p:nvPr/>
        </p:nvCxnSpPr>
        <p:spPr>
          <a:xfrm>
            <a:off x="251975" y="2220782"/>
            <a:ext cx="506903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5" name="Google Shape;445;p46"/>
          <p:cNvCxnSpPr/>
          <p:nvPr/>
        </p:nvCxnSpPr>
        <p:spPr>
          <a:xfrm>
            <a:off x="251975" y="2773804"/>
            <a:ext cx="506903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6" name="Google Shape;446;p46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2 строки">
  <p:cSld name="Разделительный 2 строки">
    <p:bg>
      <p:bgPr>
        <a:solidFill>
          <a:schemeClr val="lt1"/>
        </a:solidFill>
        <a:effectLst/>
      </p:bgPr>
    </p:bg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7"/>
          <p:cNvSpPr txBox="1">
            <a:spLocks noGrp="1"/>
          </p:cNvSpPr>
          <p:nvPr>
            <p:ph type="body" idx="1"/>
          </p:nvPr>
        </p:nvSpPr>
        <p:spPr>
          <a:xfrm>
            <a:off x="241353" y="1738030"/>
            <a:ext cx="1071563" cy="264319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34275" rIns="27000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9" name="Google Shape;449;p47"/>
          <p:cNvSpPr txBox="1">
            <a:spLocks noGrp="1"/>
          </p:cNvSpPr>
          <p:nvPr>
            <p:ph type="body" idx="2"/>
          </p:nvPr>
        </p:nvSpPr>
        <p:spPr>
          <a:xfrm>
            <a:off x="241353" y="2320595"/>
            <a:ext cx="3233367" cy="706702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34275" rIns="27000" bIns="34275" anchor="t" anchorCtr="0">
            <a:noAutofit/>
          </a:bodyPr>
          <a:lstStyle>
            <a:lvl1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Noto Sans Symbols"/>
              <a:buNone/>
              <a:defRPr sz="30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0" name="Google Shape;450;p47"/>
          <p:cNvSpPr txBox="1">
            <a:spLocks noGrp="1"/>
          </p:cNvSpPr>
          <p:nvPr>
            <p:ph type="body" idx="3"/>
          </p:nvPr>
        </p:nvSpPr>
        <p:spPr>
          <a:xfrm>
            <a:off x="241353" y="3555146"/>
            <a:ext cx="2601860" cy="161601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451" name="Google Shape;451;p47"/>
          <p:cNvCxnSpPr/>
          <p:nvPr/>
        </p:nvCxnSpPr>
        <p:spPr>
          <a:xfrm>
            <a:off x="241307" y="2137886"/>
            <a:ext cx="380177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2" name="Google Shape;452;p47"/>
          <p:cNvCxnSpPr/>
          <p:nvPr/>
        </p:nvCxnSpPr>
        <p:spPr>
          <a:xfrm>
            <a:off x="241307" y="3219450"/>
            <a:ext cx="380177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3" name="Google Shape;453;p47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2 строки и фото">
  <p:cSld name="Разделительный 2 строки и фото">
    <p:bg>
      <p:bgPr>
        <a:solidFill>
          <a:schemeClr val="lt1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8"/>
          <p:cNvSpPr>
            <a:spLocks noGrp="1"/>
          </p:cNvSpPr>
          <p:nvPr>
            <p:ph type="pic" idx="2"/>
          </p:nvPr>
        </p:nvSpPr>
        <p:spPr>
          <a:xfrm>
            <a:off x="4391525" y="-4050"/>
            <a:ext cx="4752475" cy="51516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48"/>
          <p:cNvSpPr txBox="1">
            <a:spLocks noGrp="1"/>
          </p:cNvSpPr>
          <p:nvPr>
            <p:ph type="body" idx="1"/>
          </p:nvPr>
        </p:nvSpPr>
        <p:spPr>
          <a:xfrm>
            <a:off x="241353" y="1738030"/>
            <a:ext cx="1071563" cy="264319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34275" rIns="27000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8"/>
          <p:cNvSpPr txBox="1">
            <a:spLocks noGrp="1"/>
          </p:cNvSpPr>
          <p:nvPr>
            <p:ph type="body" idx="3"/>
          </p:nvPr>
        </p:nvSpPr>
        <p:spPr>
          <a:xfrm>
            <a:off x="241353" y="2320595"/>
            <a:ext cx="3930597" cy="706702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34275" rIns="27000" bIns="34275" anchor="t" anchorCtr="0">
            <a:noAutofit/>
          </a:bodyPr>
          <a:lstStyle>
            <a:lvl1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Noto Sans Symbols"/>
              <a:buNone/>
              <a:defRPr sz="30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8" name="Google Shape;458;p48"/>
          <p:cNvSpPr txBox="1">
            <a:spLocks noGrp="1"/>
          </p:cNvSpPr>
          <p:nvPr>
            <p:ph type="body" idx="4"/>
          </p:nvPr>
        </p:nvSpPr>
        <p:spPr>
          <a:xfrm>
            <a:off x="241353" y="3555146"/>
            <a:ext cx="2601860" cy="161601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459" name="Google Shape;459;p48"/>
          <p:cNvCxnSpPr/>
          <p:nvPr/>
        </p:nvCxnSpPr>
        <p:spPr>
          <a:xfrm>
            <a:off x="241307" y="2137886"/>
            <a:ext cx="380177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0" name="Google Shape;460;p48"/>
          <p:cNvCxnSpPr/>
          <p:nvPr/>
        </p:nvCxnSpPr>
        <p:spPr>
          <a:xfrm>
            <a:off x="241307" y="3219450"/>
            <a:ext cx="380177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1" name="Google Shape;461;p48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Контакты">
  <p:cSld name="Контакты">
    <p:bg>
      <p:bgPr>
        <a:solidFill>
          <a:schemeClr val="lt1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9"/>
          <p:cNvSpPr txBox="1">
            <a:spLocks noGrp="1"/>
          </p:cNvSpPr>
          <p:nvPr>
            <p:ph type="body" idx="1"/>
          </p:nvPr>
        </p:nvSpPr>
        <p:spPr>
          <a:xfrm>
            <a:off x="241353" y="3065408"/>
            <a:ext cx="2601860" cy="161601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4" name="Google Shape;464;p49"/>
          <p:cNvSpPr txBox="1">
            <a:spLocks noGrp="1"/>
          </p:cNvSpPr>
          <p:nvPr>
            <p:ph type="body" idx="2"/>
          </p:nvPr>
        </p:nvSpPr>
        <p:spPr>
          <a:xfrm>
            <a:off x="241352" y="2320251"/>
            <a:ext cx="8190614" cy="354084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34275" rIns="27000" bIns="34275" anchor="t" anchorCtr="0">
            <a:noAutofit/>
          </a:bodyPr>
          <a:lstStyle>
            <a:lvl1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Noto Sans Symbols"/>
              <a:buNone/>
              <a:defRPr sz="30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465" name="Google Shape;465;p49"/>
          <p:cNvCxnSpPr/>
          <p:nvPr/>
        </p:nvCxnSpPr>
        <p:spPr>
          <a:xfrm>
            <a:off x="251975" y="2220782"/>
            <a:ext cx="506903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6" name="Google Shape;466;p49"/>
          <p:cNvCxnSpPr/>
          <p:nvPr/>
        </p:nvCxnSpPr>
        <p:spPr>
          <a:xfrm>
            <a:off x="251975" y="2773804"/>
            <a:ext cx="506903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7" name="Google Shape;467;p49"/>
          <p:cNvSpPr txBox="1">
            <a:spLocks noGrp="1"/>
          </p:cNvSpPr>
          <p:nvPr>
            <p:ph type="body" idx="3"/>
          </p:nvPr>
        </p:nvSpPr>
        <p:spPr>
          <a:xfrm>
            <a:off x="206785" y="3616000"/>
            <a:ext cx="3803602" cy="81000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8" name="Google Shape;468;p49"/>
          <p:cNvSpPr txBox="1">
            <a:spLocks noGrp="1"/>
          </p:cNvSpPr>
          <p:nvPr>
            <p:ph type="body" idx="4"/>
          </p:nvPr>
        </p:nvSpPr>
        <p:spPr>
          <a:xfrm>
            <a:off x="199249" y="3999265"/>
            <a:ext cx="3803602" cy="81000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9" name="Google Shape;469;p49"/>
          <p:cNvSpPr txBox="1">
            <a:spLocks noGrp="1"/>
          </p:cNvSpPr>
          <p:nvPr>
            <p:ph type="body" idx="5"/>
          </p:nvPr>
        </p:nvSpPr>
        <p:spPr>
          <a:xfrm>
            <a:off x="208046" y="4196153"/>
            <a:ext cx="3803602" cy="21331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0" name="Google Shape;470;p49"/>
          <p:cNvSpPr txBox="1">
            <a:spLocks noGrp="1"/>
          </p:cNvSpPr>
          <p:nvPr>
            <p:ph type="body" idx="6"/>
          </p:nvPr>
        </p:nvSpPr>
        <p:spPr>
          <a:xfrm>
            <a:off x="207601" y="3797043"/>
            <a:ext cx="3457820" cy="81000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1" name="Google Shape;471;p49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за внимание">
  <p:cSld name="Спасибо за внимание">
    <p:bg>
      <p:bgPr>
        <a:solidFill>
          <a:schemeClr val="lt1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0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2 модуля">
  <p:cSld name="1_2 модуля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1"/>
          <p:cNvSpPr/>
          <p:nvPr/>
        </p:nvSpPr>
        <p:spPr>
          <a:xfrm>
            <a:off x="4624684" y="1332293"/>
            <a:ext cx="426809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51"/>
          <p:cNvSpPr/>
          <p:nvPr/>
        </p:nvSpPr>
        <p:spPr>
          <a:xfrm>
            <a:off x="4624684" y="846293"/>
            <a:ext cx="426809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51"/>
          <p:cNvSpPr txBox="1">
            <a:spLocks noGrp="1"/>
          </p:cNvSpPr>
          <p:nvPr>
            <p:ph type="body" idx="1"/>
          </p:nvPr>
        </p:nvSpPr>
        <p:spPr>
          <a:xfrm>
            <a:off x="4667097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8" name="Google Shape;478;p51"/>
          <p:cNvSpPr txBox="1">
            <a:spLocks noGrp="1"/>
          </p:cNvSpPr>
          <p:nvPr>
            <p:ph type="body" idx="2"/>
          </p:nvPr>
        </p:nvSpPr>
        <p:spPr>
          <a:xfrm>
            <a:off x="4667097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9" name="Google Shape;479;p51"/>
          <p:cNvSpPr txBox="1">
            <a:spLocks noGrp="1"/>
          </p:cNvSpPr>
          <p:nvPr>
            <p:ph type="body" idx="3"/>
          </p:nvPr>
        </p:nvSpPr>
        <p:spPr>
          <a:xfrm>
            <a:off x="4633667" y="846535"/>
            <a:ext cx="425655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0" name="Google Shape;480;p51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481" name="Google Shape;481;p51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482" name="Google Shape;482;p51"/>
          <p:cNvSpPr/>
          <p:nvPr/>
        </p:nvSpPr>
        <p:spPr>
          <a:xfrm>
            <a:off x="251222" y="1335686"/>
            <a:ext cx="426809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51"/>
          <p:cNvSpPr/>
          <p:nvPr/>
        </p:nvSpPr>
        <p:spPr>
          <a:xfrm>
            <a:off x="251222" y="849686"/>
            <a:ext cx="426809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51"/>
          <p:cNvSpPr txBox="1">
            <a:spLocks noGrp="1"/>
          </p:cNvSpPr>
          <p:nvPr>
            <p:ph type="body" idx="4"/>
          </p:nvPr>
        </p:nvSpPr>
        <p:spPr>
          <a:xfrm>
            <a:off x="293635" y="1387645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5" name="Google Shape;485;p51"/>
          <p:cNvSpPr txBox="1">
            <a:spLocks noGrp="1"/>
          </p:cNvSpPr>
          <p:nvPr>
            <p:ph type="body" idx="5"/>
          </p:nvPr>
        </p:nvSpPr>
        <p:spPr>
          <a:xfrm>
            <a:off x="293635" y="1606313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6" name="Google Shape;486;p51"/>
          <p:cNvSpPr txBox="1">
            <a:spLocks noGrp="1"/>
          </p:cNvSpPr>
          <p:nvPr>
            <p:ph type="body" idx="6"/>
          </p:nvPr>
        </p:nvSpPr>
        <p:spPr>
          <a:xfrm>
            <a:off x="260204" y="849928"/>
            <a:ext cx="425655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7" name="Google Shape;487;p51"/>
          <p:cNvSpPr txBox="1">
            <a:spLocks noGrp="1"/>
          </p:cNvSpPr>
          <p:nvPr>
            <p:ph type="body" idx="7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8" name="Google Shape;488;p51"/>
          <p:cNvSpPr txBox="1">
            <a:spLocks noGrp="1"/>
          </p:cNvSpPr>
          <p:nvPr>
            <p:ph type="body" idx="8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модуля">
  <p:cSld name="3 модуля"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2"/>
          <p:cNvSpPr/>
          <p:nvPr/>
        </p:nvSpPr>
        <p:spPr>
          <a:xfrm>
            <a:off x="253781" y="1332293"/>
            <a:ext cx="2806126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52"/>
          <p:cNvSpPr/>
          <p:nvPr/>
        </p:nvSpPr>
        <p:spPr>
          <a:xfrm>
            <a:off x="253781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52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3" name="Google Shape;493;p52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2682455" cy="304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4" name="Google Shape;494;p52"/>
          <p:cNvSpPr txBox="1">
            <a:spLocks noGrp="1"/>
          </p:cNvSpPr>
          <p:nvPr>
            <p:ph type="body" idx="3"/>
          </p:nvPr>
        </p:nvSpPr>
        <p:spPr>
          <a:xfrm>
            <a:off x="253603" y="846293"/>
            <a:ext cx="2806168" cy="48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5" name="Google Shape;495;p52"/>
          <p:cNvSpPr/>
          <p:nvPr/>
        </p:nvSpPr>
        <p:spPr>
          <a:xfrm>
            <a:off x="3167015" y="1332293"/>
            <a:ext cx="2806126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52"/>
          <p:cNvSpPr/>
          <p:nvPr/>
        </p:nvSpPr>
        <p:spPr>
          <a:xfrm>
            <a:off x="3167015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52"/>
          <p:cNvSpPr txBox="1">
            <a:spLocks noGrp="1"/>
          </p:cNvSpPr>
          <p:nvPr>
            <p:ph type="body" idx="4"/>
          </p:nvPr>
        </p:nvSpPr>
        <p:spPr>
          <a:xfrm>
            <a:off x="3209427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8" name="Google Shape;498;p52"/>
          <p:cNvSpPr txBox="1">
            <a:spLocks noGrp="1"/>
          </p:cNvSpPr>
          <p:nvPr>
            <p:ph type="body" idx="5"/>
          </p:nvPr>
        </p:nvSpPr>
        <p:spPr>
          <a:xfrm>
            <a:off x="3209427" y="1602920"/>
            <a:ext cx="2682455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9" name="Google Shape;499;p52"/>
          <p:cNvSpPr txBox="1">
            <a:spLocks noGrp="1"/>
          </p:cNvSpPr>
          <p:nvPr>
            <p:ph type="body" idx="6"/>
          </p:nvPr>
        </p:nvSpPr>
        <p:spPr>
          <a:xfrm>
            <a:off x="3166838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0" name="Google Shape;500;p52"/>
          <p:cNvSpPr/>
          <p:nvPr/>
        </p:nvSpPr>
        <p:spPr>
          <a:xfrm>
            <a:off x="6085108" y="1332293"/>
            <a:ext cx="2806126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52"/>
          <p:cNvSpPr/>
          <p:nvPr/>
        </p:nvSpPr>
        <p:spPr>
          <a:xfrm>
            <a:off x="6085108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52"/>
          <p:cNvSpPr txBox="1">
            <a:spLocks noGrp="1"/>
          </p:cNvSpPr>
          <p:nvPr>
            <p:ph type="body" idx="7"/>
          </p:nvPr>
        </p:nvSpPr>
        <p:spPr>
          <a:xfrm>
            <a:off x="6127520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3" name="Google Shape;503;p52"/>
          <p:cNvSpPr txBox="1">
            <a:spLocks noGrp="1"/>
          </p:cNvSpPr>
          <p:nvPr>
            <p:ph type="body" idx="8"/>
          </p:nvPr>
        </p:nvSpPr>
        <p:spPr>
          <a:xfrm>
            <a:off x="6127520" y="1602920"/>
            <a:ext cx="2682455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4" name="Google Shape;504;p52"/>
          <p:cNvSpPr txBox="1">
            <a:spLocks noGrp="1"/>
          </p:cNvSpPr>
          <p:nvPr>
            <p:ph type="body" idx="9"/>
          </p:nvPr>
        </p:nvSpPr>
        <p:spPr>
          <a:xfrm>
            <a:off x="6084931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5" name="Google Shape;505;p52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506" name="Google Shape;506;p52"/>
          <p:cNvSpPr txBox="1">
            <a:spLocks noGrp="1"/>
          </p:cNvSpPr>
          <p:nvPr>
            <p:ph type="body" idx="13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52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08" name="Google Shape;508;p52"/>
          <p:cNvSpPr txBox="1">
            <a:spLocks noGrp="1"/>
          </p:cNvSpPr>
          <p:nvPr>
            <p:ph type="body" idx="14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модуля">
  <p:cSld name="4 модуля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3"/>
          <p:cNvSpPr/>
          <p:nvPr/>
        </p:nvSpPr>
        <p:spPr>
          <a:xfrm>
            <a:off x="253781" y="1332293"/>
            <a:ext cx="207746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53"/>
          <p:cNvSpPr/>
          <p:nvPr/>
        </p:nvSpPr>
        <p:spPr>
          <a:xfrm>
            <a:off x="253781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53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3" name="Google Shape;513;p53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1985906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4" name="Google Shape;514;p53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515" name="Google Shape;515;p53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53"/>
          <p:cNvSpPr/>
          <p:nvPr/>
        </p:nvSpPr>
        <p:spPr>
          <a:xfrm>
            <a:off x="2441747" y="1332293"/>
            <a:ext cx="207746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53"/>
          <p:cNvSpPr/>
          <p:nvPr/>
        </p:nvSpPr>
        <p:spPr>
          <a:xfrm>
            <a:off x="2441747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53"/>
          <p:cNvSpPr txBox="1">
            <a:spLocks noGrp="1"/>
          </p:cNvSpPr>
          <p:nvPr>
            <p:ph type="body" idx="4"/>
          </p:nvPr>
        </p:nvSpPr>
        <p:spPr>
          <a:xfrm>
            <a:off x="2484158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9" name="Google Shape;519;p53"/>
          <p:cNvSpPr txBox="1">
            <a:spLocks noGrp="1"/>
          </p:cNvSpPr>
          <p:nvPr>
            <p:ph type="body" idx="5"/>
          </p:nvPr>
        </p:nvSpPr>
        <p:spPr>
          <a:xfrm>
            <a:off x="2484158" y="1602920"/>
            <a:ext cx="1985906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0" name="Google Shape;520;p53"/>
          <p:cNvSpPr txBox="1">
            <a:spLocks noGrp="1"/>
          </p:cNvSpPr>
          <p:nvPr>
            <p:ph type="body" idx="6"/>
          </p:nvPr>
        </p:nvSpPr>
        <p:spPr>
          <a:xfrm>
            <a:off x="2441570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1" name="Google Shape;521;p53"/>
          <p:cNvSpPr/>
          <p:nvPr/>
        </p:nvSpPr>
        <p:spPr>
          <a:xfrm>
            <a:off x="4631471" y="1332293"/>
            <a:ext cx="207746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53"/>
          <p:cNvSpPr/>
          <p:nvPr/>
        </p:nvSpPr>
        <p:spPr>
          <a:xfrm>
            <a:off x="4631471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53"/>
          <p:cNvSpPr txBox="1">
            <a:spLocks noGrp="1"/>
          </p:cNvSpPr>
          <p:nvPr>
            <p:ph type="body" idx="7"/>
          </p:nvPr>
        </p:nvSpPr>
        <p:spPr>
          <a:xfrm>
            <a:off x="4673882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4" name="Google Shape;524;p53"/>
          <p:cNvSpPr txBox="1">
            <a:spLocks noGrp="1"/>
          </p:cNvSpPr>
          <p:nvPr>
            <p:ph type="body" idx="8"/>
          </p:nvPr>
        </p:nvSpPr>
        <p:spPr>
          <a:xfrm>
            <a:off x="4673882" y="1602920"/>
            <a:ext cx="1985906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5" name="Google Shape;525;p53"/>
          <p:cNvSpPr txBox="1">
            <a:spLocks noGrp="1"/>
          </p:cNvSpPr>
          <p:nvPr>
            <p:ph type="body" idx="9"/>
          </p:nvPr>
        </p:nvSpPr>
        <p:spPr>
          <a:xfrm>
            <a:off x="4631294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6" name="Google Shape;526;p53"/>
          <p:cNvSpPr/>
          <p:nvPr/>
        </p:nvSpPr>
        <p:spPr>
          <a:xfrm>
            <a:off x="6812756" y="1332293"/>
            <a:ext cx="207746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53"/>
          <p:cNvSpPr/>
          <p:nvPr/>
        </p:nvSpPr>
        <p:spPr>
          <a:xfrm>
            <a:off x="6812756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53"/>
          <p:cNvSpPr txBox="1">
            <a:spLocks noGrp="1"/>
          </p:cNvSpPr>
          <p:nvPr>
            <p:ph type="body" idx="13"/>
          </p:nvPr>
        </p:nvSpPr>
        <p:spPr>
          <a:xfrm>
            <a:off x="6855168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9" name="Google Shape;529;p53"/>
          <p:cNvSpPr txBox="1">
            <a:spLocks noGrp="1"/>
          </p:cNvSpPr>
          <p:nvPr>
            <p:ph type="body" idx="14"/>
          </p:nvPr>
        </p:nvSpPr>
        <p:spPr>
          <a:xfrm>
            <a:off x="6855168" y="1602920"/>
            <a:ext cx="1985906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0" name="Google Shape;530;p53"/>
          <p:cNvSpPr txBox="1">
            <a:spLocks noGrp="1"/>
          </p:cNvSpPr>
          <p:nvPr>
            <p:ph type="body" idx="15"/>
          </p:nvPr>
        </p:nvSpPr>
        <p:spPr>
          <a:xfrm>
            <a:off x="6812580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1" name="Google Shape;531;p53"/>
          <p:cNvSpPr txBox="1">
            <a:spLocks noGrp="1"/>
          </p:cNvSpPr>
          <p:nvPr>
            <p:ph type="body" idx="16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2" name="Google Shape;532;p53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33" name="Google Shape;533;p53"/>
          <p:cNvSpPr txBox="1">
            <a:spLocks noGrp="1"/>
          </p:cNvSpPr>
          <p:nvPr>
            <p:ph type="body" idx="17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широких модуля">
  <p:cSld name="4 широких модуля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4"/>
          <p:cNvSpPr/>
          <p:nvPr/>
        </p:nvSpPr>
        <p:spPr>
          <a:xfrm>
            <a:off x="253781" y="1332293"/>
            <a:ext cx="4263564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4"/>
          <p:cNvSpPr/>
          <p:nvPr/>
        </p:nvSpPr>
        <p:spPr>
          <a:xfrm>
            <a:off x="253781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54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8" name="Google Shape;538;p54"/>
          <p:cNvSpPr txBox="1">
            <a:spLocks noGrp="1"/>
          </p:cNvSpPr>
          <p:nvPr>
            <p:ph type="body" idx="2"/>
          </p:nvPr>
        </p:nvSpPr>
        <p:spPr>
          <a:xfrm>
            <a:off x="296192" y="1602921"/>
            <a:ext cx="4075661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9" name="Google Shape;539;p54"/>
          <p:cNvSpPr/>
          <p:nvPr/>
        </p:nvSpPr>
        <p:spPr>
          <a:xfrm>
            <a:off x="4628149" y="1332293"/>
            <a:ext cx="4263564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54"/>
          <p:cNvSpPr/>
          <p:nvPr/>
        </p:nvSpPr>
        <p:spPr>
          <a:xfrm>
            <a:off x="4628149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4"/>
          <p:cNvSpPr txBox="1">
            <a:spLocks noGrp="1"/>
          </p:cNvSpPr>
          <p:nvPr>
            <p:ph type="body" idx="3"/>
          </p:nvPr>
        </p:nvSpPr>
        <p:spPr>
          <a:xfrm>
            <a:off x="4670561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2" name="Google Shape;542;p54"/>
          <p:cNvSpPr txBox="1">
            <a:spLocks noGrp="1"/>
          </p:cNvSpPr>
          <p:nvPr>
            <p:ph type="body" idx="4"/>
          </p:nvPr>
        </p:nvSpPr>
        <p:spPr>
          <a:xfrm>
            <a:off x="4670561" y="1602921"/>
            <a:ext cx="4075661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3" name="Google Shape;543;p54"/>
          <p:cNvSpPr txBox="1">
            <a:spLocks noGrp="1"/>
          </p:cNvSpPr>
          <p:nvPr>
            <p:ph type="body" idx="5"/>
          </p:nvPr>
        </p:nvSpPr>
        <p:spPr>
          <a:xfrm>
            <a:off x="253604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4" name="Google Shape;544;p54"/>
          <p:cNvSpPr txBox="1">
            <a:spLocks noGrp="1"/>
          </p:cNvSpPr>
          <p:nvPr>
            <p:ph type="body" idx="6"/>
          </p:nvPr>
        </p:nvSpPr>
        <p:spPr>
          <a:xfrm>
            <a:off x="4637129" y="846535"/>
            <a:ext cx="425309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5" name="Google Shape;545;p54"/>
          <p:cNvSpPr/>
          <p:nvPr/>
        </p:nvSpPr>
        <p:spPr>
          <a:xfrm>
            <a:off x="251222" y="3116257"/>
            <a:ext cx="4263564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54"/>
          <p:cNvSpPr/>
          <p:nvPr/>
        </p:nvSpPr>
        <p:spPr>
          <a:xfrm>
            <a:off x="251222" y="2630257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4"/>
          <p:cNvSpPr txBox="1">
            <a:spLocks noGrp="1"/>
          </p:cNvSpPr>
          <p:nvPr>
            <p:ph type="body" idx="7"/>
          </p:nvPr>
        </p:nvSpPr>
        <p:spPr>
          <a:xfrm>
            <a:off x="293634" y="3168216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8" name="Google Shape;548;p54"/>
          <p:cNvSpPr txBox="1">
            <a:spLocks noGrp="1"/>
          </p:cNvSpPr>
          <p:nvPr>
            <p:ph type="body" idx="8"/>
          </p:nvPr>
        </p:nvSpPr>
        <p:spPr>
          <a:xfrm>
            <a:off x="293634" y="3386885"/>
            <a:ext cx="4075661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9" name="Google Shape;549;p54"/>
          <p:cNvSpPr/>
          <p:nvPr/>
        </p:nvSpPr>
        <p:spPr>
          <a:xfrm>
            <a:off x="4625591" y="3116257"/>
            <a:ext cx="4263564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54"/>
          <p:cNvSpPr/>
          <p:nvPr/>
        </p:nvSpPr>
        <p:spPr>
          <a:xfrm>
            <a:off x="4625591" y="2630257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4"/>
          <p:cNvSpPr txBox="1">
            <a:spLocks noGrp="1"/>
          </p:cNvSpPr>
          <p:nvPr>
            <p:ph type="body" idx="9"/>
          </p:nvPr>
        </p:nvSpPr>
        <p:spPr>
          <a:xfrm>
            <a:off x="4668002" y="3168216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2" name="Google Shape;552;p54"/>
          <p:cNvSpPr txBox="1">
            <a:spLocks noGrp="1"/>
          </p:cNvSpPr>
          <p:nvPr>
            <p:ph type="body" idx="13"/>
          </p:nvPr>
        </p:nvSpPr>
        <p:spPr>
          <a:xfrm>
            <a:off x="4668002" y="3386885"/>
            <a:ext cx="4075661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4"/>
          <p:cNvSpPr txBox="1">
            <a:spLocks noGrp="1"/>
          </p:cNvSpPr>
          <p:nvPr>
            <p:ph type="body" idx="14"/>
          </p:nvPr>
        </p:nvSpPr>
        <p:spPr>
          <a:xfrm>
            <a:off x="251045" y="2630499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4" name="Google Shape;554;p54"/>
          <p:cNvSpPr txBox="1">
            <a:spLocks noGrp="1"/>
          </p:cNvSpPr>
          <p:nvPr>
            <p:ph type="body" idx="15"/>
          </p:nvPr>
        </p:nvSpPr>
        <p:spPr>
          <a:xfrm>
            <a:off x="4634571" y="2630499"/>
            <a:ext cx="425309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5" name="Google Shape;555;p54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556" name="Google Shape;556;p54"/>
          <p:cNvSpPr txBox="1">
            <a:spLocks noGrp="1"/>
          </p:cNvSpPr>
          <p:nvPr>
            <p:ph type="body" idx="16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7" name="Google Shape;557;p54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58" name="Google Shape;558;p54"/>
          <p:cNvSpPr txBox="1">
            <a:spLocks noGrp="1"/>
          </p:cNvSpPr>
          <p:nvPr>
            <p:ph type="body" idx="17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модулей">
  <p:cSld name="6 модулей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5"/>
          <p:cNvSpPr/>
          <p:nvPr/>
        </p:nvSpPr>
        <p:spPr>
          <a:xfrm>
            <a:off x="253781" y="1332293"/>
            <a:ext cx="2806126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55"/>
          <p:cNvSpPr/>
          <p:nvPr/>
        </p:nvSpPr>
        <p:spPr>
          <a:xfrm>
            <a:off x="253781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5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3" name="Google Shape;563;p55"/>
          <p:cNvSpPr txBox="1">
            <a:spLocks noGrp="1"/>
          </p:cNvSpPr>
          <p:nvPr>
            <p:ph type="body" idx="2"/>
          </p:nvPr>
        </p:nvSpPr>
        <p:spPr>
          <a:xfrm>
            <a:off x="296192" y="1602921"/>
            <a:ext cx="2682455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4" name="Google Shape;564;p55"/>
          <p:cNvSpPr txBox="1">
            <a:spLocks noGrp="1"/>
          </p:cNvSpPr>
          <p:nvPr>
            <p:ph type="body" idx="3"/>
          </p:nvPr>
        </p:nvSpPr>
        <p:spPr>
          <a:xfrm>
            <a:off x="253603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5"/>
          <p:cNvSpPr/>
          <p:nvPr/>
        </p:nvSpPr>
        <p:spPr>
          <a:xfrm>
            <a:off x="251222" y="3116257"/>
            <a:ext cx="2806126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55"/>
          <p:cNvSpPr/>
          <p:nvPr/>
        </p:nvSpPr>
        <p:spPr>
          <a:xfrm>
            <a:off x="251222" y="2630257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5"/>
          <p:cNvSpPr txBox="1">
            <a:spLocks noGrp="1"/>
          </p:cNvSpPr>
          <p:nvPr>
            <p:ph type="body" idx="4"/>
          </p:nvPr>
        </p:nvSpPr>
        <p:spPr>
          <a:xfrm>
            <a:off x="293634" y="3168216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8" name="Google Shape;568;p55"/>
          <p:cNvSpPr txBox="1">
            <a:spLocks noGrp="1"/>
          </p:cNvSpPr>
          <p:nvPr>
            <p:ph type="body" idx="5"/>
          </p:nvPr>
        </p:nvSpPr>
        <p:spPr>
          <a:xfrm>
            <a:off x="293634" y="3386885"/>
            <a:ext cx="2682455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9" name="Google Shape;569;p55"/>
          <p:cNvSpPr txBox="1">
            <a:spLocks noGrp="1"/>
          </p:cNvSpPr>
          <p:nvPr>
            <p:ph type="body" idx="6"/>
          </p:nvPr>
        </p:nvSpPr>
        <p:spPr>
          <a:xfrm>
            <a:off x="251045" y="2630499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0" name="Google Shape;570;p55"/>
          <p:cNvSpPr/>
          <p:nvPr/>
        </p:nvSpPr>
        <p:spPr>
          <a:xfrm>
            <a:off x="3173733" y="1332293"/>
            <a:ext cx="2806126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55"/>
          <p:cNvSpPr/>
          <p:nvPr/>
        </p:nvSpPr>
        <p:spPr>
          <a:xfrm>
            <a:off x="3173733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55"/>
          <p:cNvSpPr txBox="1">
            <a:spLocks noGrp="1"/>
          </p:cNvSpPr>
          <p:nvPr>
            <p:ph type="body" idx="7"/>
          </p:nvPr>
        </p:nvSpPr>
        <p:spPr>
          <a:xfrm>
            <a:off x="3216145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8"/>
          </p:nvPr>
        </p:nvSpPr>
        <p:spPr>
          <a:xfrm>
            <a:off x="3216145" y="1602921"/>
            <a:ext cx="2682455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9"/>
          </p:nvPr>
        </p:nvSpPr>
        <p:spPr>
          <a:xfrm>
            <a:off x="3173556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/>
          <p:nvPr/>
        </p:nvSpPr>
        <p:spPr>
          <a:xfrm>
            <a:off x="3171175" y="3116257"/>
            <a:ext cx="2806126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55"/>
          <p:cNvSpPr/>
          <p:nvPr/>
        </p:nvSpPr>
        <p:spPr>
          <a:xfrm>
            <a:off x="3171175" y="2630257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55"/>
          <p:cNvSpPr txBox="1">
            <a:spLocks noGrp="1"/>
          </p:cNvSpPr>
          <p:nvPr>
            <p:ph type="body" idx="13"/>
          </p:nvPr>
        </p:nvSpPr>
        <p:spPr>
          <a:xfrm>
            <a:off x="3213587" y="3168216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8" name="Google Shape;578;p55"/>
          <p:cNvSpPr txBox="1">
            <a:spLocks noGrp="1"/>
          </p:cNvSpPr>
          <p:nvPr>
            <p:ph type="body" idx="14"/>
          </p:nvPr>
        </p:nvSpPr>
        <p:spPr>
          <a:xfrm>
            <a:off x="3213587" y="3386885"/>
            <a:ext cx="2682455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9" name="Google Shape;579;p55"/>
          <p:cNvSpPr txBox="1">
            <a:spLocks noGrp="1"/>
          </p:cNvSpPr>
          <p:nvPr>
            <p:ph type="body" idx="15"/>
          </p:nvPr>
        </p:nvSpPr>
        <p:spPr>
          <a:xfrm>
            <a:off x="3170998" y="2630499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0" name="Google Shape;580;p55"/>
          <p:cNvSpPr/>
          <p:nvPr/>
        </p:nvSpPr>
        <p:spPr>
          <a:xfrm>
            <a:off x="6085322" y="1332293"/>
            <a:ext cx="2806126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55"/>
          <p:cNvSpPr/>
          <p:nvPr/>
        </p:nvSpPr>
        <p:spPr>
          <a:xfrm>
            <a:off x="6085322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55"/>
          <p:cNvSpPr txBox="1">
            <a:spLocks noGrp="1"/>
          </p:cNvSpPr>
          <p:nvPr>
            <p:ph type="body" idx="16"/>
          </p:nvPr>
        </p:nvSpPr>
        <p:spPr>
          <a:xfrm>
            <a:off x="6127733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3" name="Google Shape;583;p55"/>
          <p:cNvSpPr txBox="1">
            <a:spLocks noGrp="1"/>
          </p:cNvSpPr>
          <p:nvPr>
            <p:ph type="body" idx="17"/>
          </p:nvPr>
        </p:nvSpPr>
        <p:spPr>
          <a:xfrm>
            <a:off x="6127733" y="1602921"/>
            <a:ext cx="2682455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4" name="Google Shape;584;p55"/>
          <p:cNvSpPr txBox="1">
            <a:spLocks noGrp="1"/>
          </p:cNvSpPr>
          <p:nvPr>
            <p:ph type="body" idx="18"/>
          </p:nvPr>
        </p:nvSpPr>
        <p:spPr>
          <a:xfrm>
            <a:off x="6085144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5" name="Google Shape;585;p55"/>
          <p:cNvSpPr/>
          <p:nvPr/>
        </p:nvSpPr>
        <p:spPr>
          <a:xfrm>
            <a:off x="6082763" y="3116257"/>
            <a:ext cx="2806126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55"/>
          <p:cNvSpPr/>
          <p:nvPr/>
        </p:nvSpPr>
        <p:spPr>
          <a:xfrm>
            <a:off x="6082763" y="2630257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55"/>
          <p:cNvSpPr txBox="1">
            <a:spLocks noGrp="1"/>
          </p:cNvSpPr>
          <p:nvPr>
            <p:ph type="body" idx="19"/>
          </p:nvPr>
        </p:nvSpPr>
        <p:spPr>
          <a:xfrm>
            <a:off x="6125174" y="3168216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8" name="Google Shape;588;p55"/>
          <p:cNvSpPr txBox="1">
            <a:spLocks noGrp="1"/>
          </p:cNvSpPr>
          <p:nvPr>
            <p:ph type="body" idx="20"/>
          </p:nvPr>
        </p:nvSpPr>
        <p:spPr>
          <a:xfrm>
            <a:off x="6125174" y="3386885"/>
            <a:ext cx="2682455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9" name="Google Shape;589;p55"/>
          <p:cNvSpPr txBox="1">
            <a:spLocks noGrp="1"/>
          </p:cNvSpPr>
          <p:nvPr>
            <p:ph type="body" idx="21"/>
          </p:nvPr>
        </p:nvSpPr>
        <p:spPr>
          <a:xfrm>
            <a:off x="6082586" y="2630499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0" name="Google Shape;590;p55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591" name="Google Shape;591;p55"/>
          <p:cNvSpPr txBox="1">
            <a:spLocks noGrp="1"/>
          </p:cNvSpPr>
          <p:nvPr>
            <p:ph type="body" idx="22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2" name="Google Shape;592;p55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93" name="Google Shape;593;p55"/>
          <p:cNvSpPr txBox="1">
            <a:spLocks noGrp="1"/>
          </p:cNvSpPr>
          <p:nvPr>
            <p:ph type="body" idx="23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модулей">
  <p:cSld name="8 модулей"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6"/>
          <p:cNvSpPr/>
          <p:nvPr/>
        </p:nvSpPr>
        <p:spPr>
          <a:xfrm>
            <a:off x="253781" y="1332293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56"/>
          <p:cNvSpPr/>
          <p:nvPr/>
        </p:nvSpPr>
        <p:spPr>
          <a:xfrm>
            <a:off x="253781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56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8" name="Google Shape;598;p56"/>
          <p:cNvSpPr txBox="1">
            <a:spLocks noGrp="1"/>
          </p:cNvSpPr>
          <p:nvPr>
            <p:ph type="body" idx="2"/>
          </p:nvPr>
        </p:nvSpPr>
        <p:spPr>
          <a:xfrm>
            <a:off x="296192" y="1602921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9" name="Google Shape;599;p56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0" name="Google Shape;600;p56"/>
          <p:cNvSpPr/>
          <p:nvPr/>
        </p:nvSpPr>
        <p:spPr>
          <a:xfrm>
            <a:off x="251222" y="3116257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56"/>
          <p:cNvSpPr/>
          <p:nvPr/>
        </p:nvSpPr>
        <p:spPr>
          <a:xfrm>
            <a:off x="251222" y="2630257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56"/>
          <p:cNvSpPr txBox="1">
            <a:spLocks noGrp="1"/>
          </p:cNvSpPr>
          <p:nvPr>
            <p:ph type="body" idx="4"/>
          </p:nvPr>
        </p:nvSpPr>
        <p:spPr>
          <a:xfrm>
            <a:off x="293634" y="3168216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3" name="Google Shape;603;p56"/>
          <p:cNvSpPr txBox="1">
            <a:spLocks noGrp="1"/>
          </p:cNvSpPr>
          <p:nvPr>
            <p:ph type="body" idx="5"/>
          </p:nvPr>
        </p:nvSpPr>
        <p:spPr>
          <a:xfrm>
            <a:off x="293634" y="3386885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4" name="Google Shape;604;p56"/>
          <p:cNvSpPr txBox="1">
            <a:spLocks noGrp="1"/>
          </p:cNvSpPr>
          <p:nvPr>
            <p:ph type="body" idx="6"/>
          </p:nvPr>
        </p:nvSpPr>
        <p:spPr>
          <a:xfrm>
            <a:off x="251046" y="2630499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5" name="Google Shape;605;p56"/>
          <p:cNvSpPr/>
          <p:nvPr/>
        </p:nvSpPr>
        <p:spPr>
          <a:xfrm>
            <a:off x="2438400" y="1332293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56"/>
          <p:cNvSpPr/>
          <p:nvPr/>
        </p:nvSpPr>
        <p:spPr>
          <a:xfrm>
            <a:off x="2438400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56"/>
          <p:cNvSpPr txBox="1">
            <a:spLocks noGrp="1"/>
          </p:cNvSpPr>
          <p:nvPr>
            <p:ph type="body" idx="7"/>
          </p:nvPr>
        </p:nvSpPr>
        <p:spPr>
          <a:xfrm>
            <a:off x="2480812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8" name="Google Shape;608;p56"/>
          <p:cNvSpPr txBox="1">
            <a:spLocks noGrp="1"/>
          </p:cNvSpPr>
          <p:nvPr>
            <p:ph type="body" idx="8"/>
          </p:nvPr>
        </p:nvSpPr>
        <p:spPr>
          <a:xfrm>
            <a:off x="2480812" y="1602921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9" name="Google Shape;609;p56"/>
          <p:cNvSpPr txBox="1">
            <a:spLocks noGrp="1"/>
          </p:cNvSpPr>
          <p:nvPr>
            <p:ph type="body" idx="9"/>
          </p:nvPr>
        </p:nvSpPr>
        <p:spPr>
          <a:xfrm>
            <a:off x="2438223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0" name="Google Shape;610;p56"/>
          <p:cNvSpPr/>
          <p:nvPr/>
        </p:nvSpPr>
        <p:spPr>
          <a:xfrm>
            <a:off x="2435842" y="3116257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56"/>
          <p:cNvSpPr/>
          <p:nvPr/>
        </p:nvSpPr>
        <p:spPr>
          <a:xfrm>
            <a:off x="2435842" y="2630257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56"/>
          <p:cNvSpPr txBox="1">
            <a:spLocks noGrp="1"/>
          </p:cNvSpPr>
          <p:nvPr>
            <p:ph type="body" idx="13"/>
          </p:nvPr>
        </p:nvSpPr>
        <p:spPr>
          <a:xfrm>
            <a:off x="2478254" y="3168216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3" name="Google Shape;613;p56"/>
          <p:cNvSpPr txBox="1">
            <a:spLocks noGrp="1"/>
          </p:cNvSpPr>
          <p:nvPr>
            <p:ph type="body" idx="14"/>
          </p:nvPr>
        </p:nvSpPr>
        <p:spPr>
          <a:xfrm>
            <a:off x="2478254" y="3386885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4" name="Google Shape;614;p56"/>
          <p:cNvSpPr txBox="1">
            <a:spLocks noGrp="1"/>
          </p:cNvSpPr>
          <p:nvPr>
            <p:ph type="body" idx="15"/>
          </p:nvPr>
        </p:nvSpPr>
        <p:spPr>
          <a:xfrm>
            <a:off x="2435666" y="2630499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5" name="Google Shape;615;p56"/>
          <p:cNvSpPr/>
          <p:nvPr/>
        </p:nvSpPr>
        <p:spPr>
          <a:xfrm>
            <a:off x="4630873" y="1332293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56"/>
          <p:cNvSpPr/>
          <p:nvPr/>
        </p:nvSpPr>
        <p:spPr>
          <a:xfrm>
            <a:off x="4630873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56"/>
          <p:cNvSpPr txBox="1">
            <a:spLocks noGrp="1"/>
          </p:cNvSpPr>
          <p:nvPr>
            <p:ph type="body" idx="16"/>
          </p:nvPr>
        </p:nvSpPr>
        <p:spPr>
          <a:xfrm>
            <a:off x="4673285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8" name="Google Shape;618;p56"/>
          <p:cNvSpPr txBox="1">
            <a:spLocks noGrp="1"/>
          </p:cNvSpPr>
          <p:nvPr>
            <p:ph type="body" idx="17"/>
          </p:nvPr>
        </p:nvSpPr>
        <p:spPr>
          <a:xfrm>
            <a:off x="4673285" y="1602921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9" name="Google Shape;619;p56"/>
          <p:cNvSpPr txBox="1">
            <a:spLocks noGrp="1"/>
          </p:cNvSpPr>
          <p:nvPr>
            <p:ph type="body" idx="18"/>
          </p:nvPr>
        </p:nvSpPr>
        <p:spPr>
          <a:xfrm>
            <a:off x="4630697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0" name="Google Shape;620;p56"/>
          <p:cNvSpPr/>
          <p:nvPr/>
        </p:nvSpPr>
        <p:spPr>
          <a:xfrm>
            <a:off x="4628315" y="3116257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56"/>
          <p:cNvSpPr/>
          <p:nvPr/>
        </p:nvSpPr>
        <p:spPr>
          <a:xfrm>
            <a:off x="4628315" y="2630257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56"/>
          <p:cNvSpPr txBox="1">
            <a:spLocks noGrp="1"/>
          </p:cNvSpPr>
          <p:nvPr>
            <p:ph type="body" idx="19"/>
          </p:nvPr>
        </p:nvSpPr>
        <p:spPr>
          <a:xfrm>
            <a:off x="4670726" y="3168216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3" name="Google Shape;623;p56"/>
          <p:cNvSpPr txBox="1">
            <a:spLocks noGrp="1"/>
          </p:cNvSpPr>
          <p:nvPr>
            <p:ph type="body" idx="20"/>
          </p:nvPr>
        </p:nvSpPr>
        <p:spPr>
          <a:xfrm>
            <a:off x="4670726" y="3386885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4" name="Google Shape;624;p56"/>
          <p:cNvSpPr txBox="1">
            <a:spLocks noGrp="1"/>
          </p:cNvSpPr>
          <p:nvPr>
            <p:ph type="body" idx="21"/>
          </p:nvPr>
        </p:nvSpPr>
        <p:spPr>
          <a:xfrm>
            <a:off x="4628138" y="2630499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5" name="Google Shape;625;p56"/>
          <p:cNvSpPr/>
          <p:nvPr/>
        </p:nvSpPr>
        <p:spPr>
          <a:xfrm>
            <a:off x="6812902" y="1332293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56"/>
          <p:cNvSpPr/>
          <p:nvPr/>
        </p:nvSpPr>
        <p:spPr>
          <a:xfrm>
            <a:off x="6812902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56"/>
          <p:cNvSpPr txBox="1">
            <a:spLocks noGrp="1"/>
          </p:cNvSpPr>
          <p:nvPr>
            <p:ph type="body" idx="22"/>
          </p:nvPr>
        </p:nvSpPr>
        <p:spPr>
          <a:xfrm>
            <a:off x="6855313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8" name="Google Shape;628;p56"/>
          <p:cNvSpPr txBox="1">
            <a:spLocks noGrp="1"/>
          </p:cNvSpPr>
          <p:nvPr>
            <p:ph type="body" idx="23"/>
          </p:nvPr>
        </p:nvSpPr>
        <p:spPr>
          <a:xfrm>
            <a:off x="6855313" y="1602921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9" name="Google Shape;629;p56"/>
          <p:cNvSpPr txBox="1">
            <a:spLocks noGrp="1"/>
          </p:cNvSpPr>
          <p:nvPr>
            <p:ph type="body" idx="24"/>
          </p:nvPr>
        </p:nvSpPr>
        <p:spPr>
          <a:xfrm>
            <a:off x="6812726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0" name="Google Shape;630;p56"/>
          <p:cNvSpPr/>
          <p:nvPr/>
        </p:nvSpPr>
        <p:spPr>
          <a:xfrm>
            <a:off x="6810344" y="3116257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56"/>
          <p:cNvSpPr/>
          <p:nvPr/>
        </p:nvSpPr>
        <p:spPr>
          <a:xfrm>
            <a:off x="6810344" y="2630257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6"/>
          <p:cNvSpPr txBox="1">
            <a:spLocks noGrp="1"/>
          </p:cNvSpPr>
          <p:nvPr>
            <p:ph type="body" idx="25"/>
          </p:nvPr>
        </p:nvSpPr>
        <p:spPr>
          <a:xfrm>
            <a:off x="6852755" y="3168216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3" name="Google Shape;633;p56"/>
          <p:cNvSpPr txBox="1">
            <a:spLocks noGrp="1"/>
          </p:cNvSpPr>
          <p:nvPr>
            <p:ph type="body" idx="26"/>
          </p:nvPr>
        </p:nvSpPr>
        <p:spPr>
          <a:xfrm>
            <a:off x="6852755" y="3386885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4" name="Google Shape;634;p56"/>
          <p:cNvSpPr txBox="1">
            <a:spLocks noGrp="1"/>
          </p:cNvSpPr>
          <p:nvPr>
            <p:ph type="body" idx="27"/>
          </p:nvPr>
        </p:nvSpPr>
        <p:spPr>
          <a:xfrm>
            <a:off x="6810167" y="2630499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5" name="Google Shape;635;p56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636" name="Google Shape;636;p56"/>
          <p:cNvSpPr txBox="1">
            <a:spLocks noGrp="1"/>
          </p:cNvSpPr>
          <p:nvPr>
            <p:ph type="body" idx="28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7" name="Google Shape;637;p56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38" name="Google Shape;638;p56"/>
          <p:cNvSpPr txBox="1">
            <a:spLocks noGrp="1"/>
          </p:cNvSpPr>
          <p:nvPr>
            <p:ph type="body" idx="29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модуля и вывод">
  <p:cSld name="4 модуля и вывод"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7"/>
          <p:cNvSpPr/>
          <p:nvPr/>
        </p:nvSpPr>
        <p:spPr>
          <a:xfrm>
            <a:off x="253781" y="1332293"/>
            <a:ext cx="4263564" cy="95135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57"/>
          <p:cNvSpPr/>
          <p:nvPr/>
        </p:nvSpPr>
        <p:spPr>
          <a:xfrm>
            <a:off x="253781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57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3" name="Google Shape;643;p57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4075661" cy="588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4" name="Google Shape;644;p57"/>
          <p:cNvSpPr/>
          <p:nvPr/>
        </p:nvSpPr>
        <p:spPr>
          <a:xfrm>
            <a:off x="4628149" y="1332293"/>
            <a:ext cx="4263564" cy="95135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57"/>
          <p:cNvSpPr/>
          <p:nvPr/>
        </p:nvSpPr>
        <p:spPr>
          <a:xfrm>
            <a:off x="4628149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57"/>
          <p:cNvSpPr txBox="1">
            <a:spLocks noGrp="1"/>
          </p:cNvSpPr>
          <p:nvPr>
            <p:ph type="body" idx="3"/>
          </p:nvPr>
        </p:nvSpPr>
        <p:spPr>
          <a:xfrm>
            <a:off x="4670561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7" name="Google Shape;647;p57"/>
          <p:cNvSpPr txBox="1">
            <a:spLocks noGrp="1"/>
          </p:cNvSpPr>
          <p:nvPr>
            <p:ph type="body" idx="4"/>
          </p:nvPr>
        </p:nvSpPr>
        <p:spPr>
          <a:xfrm>
            <a:off x="4670561" y="1602920"/>
            <a:ext cx="4075661" cy="588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8" name="Google Shape;648;p57"/>
          <p:cNvSpPr txBox="1">
            <a:spLocks noGrp="1"/>
          </p:cNvSpPr>
          <p:nvPr>
            <p:ph type="body" idx="5"/>
          </p:nvPr>
        </p:nvSpPr>
        <p:spPr>
          <a:xfrm>
            <a:off x="253604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9" name="Google Shape;649;p57"/>
          <p:cNvSpPr txBox="1">
            <a:spLocks noGrp="1"/>
          </p:cNvSpPr>
          <p:nvPr>
            <p:ph type="body" idx="6"/>
          </p:nvPr>
        </p:nvSpPr>
        <p:spPr>
          <a:xfrm>
            <a:off x="4637129" y="846535"/>
            <a:ext cx="425309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0" name="Google Shape;650;p57"/>
          <p:cNvSpPr/>
          <p:nvPr/>
        </p:nvSpPr>
        <p:spPr>
          <a:xfrm>
            <a:off x="253781" y="2880647"/>
            <a:ext cx="4263564" cy="95135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57"/>
          <p:cNvSpPr/>
          <p:nvPr/>
        </p:nvSpPr>
        <p:spPr>
          <a:xfrm>
            <a:off x="253781" y="2394647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57"/>
          <p:cNvSpPr txBox="1">
            <a:spLocks noGrp="1"/>
          </p:cNvSpPr>
          <p:nvPr>
            <p:ph type="body" idx="7"/>
          </p:nvPr>
        </p:nvSpPr>
        <p:spPr>
          <a:xfrm>
            <a:off x="296192" y="2932606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3" name="Google Shape;653;p57"/>
          <p:cNvSpPr txBox="1">
            <a:spLocks noGrp="1"/>
          </p:cNvSpPr>
          <p:nvPr>
            <p:ph type="body" idx="8"/>
          </p:nvPr>
        </p:nvSpPr>
        <p:spPr>
          <a:xfrm>
            <a:off x="296192" y="3151274"/>
            <a:ext cx="4075661" cy="588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4" name="Google Shape;654;p57"/>
          <p:cNvSpPr/>
          <p:nvPr/>
        </p:nvSpPr>
        <p:spPr>
          <a:xfrm>
            <a:off x="4628149" y="2880647"/>
            <a:ext cx="4263564" cy="95135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57"/>
          <p:cNvSpPr/>
          <p:nvPr/>
        </p:nvSpPr>
        <p:spPr>
          <a:xfrm>
            <a:off x="4628149" y="2394647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57"/>
          <p:cNvSpPr txBox="1">
            <a:spLocks noGrp="1"/>
          </p:cNvSpPr>
          <p:nvPr>
            <p:ph type="body" idx="9"/>
          </p:nvPr>
        </p:nvSpPr>
        <p:spPr>
          <a:xfrm>
            <a:off x="4670561" y="2932606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7" name="Google Shape;657;p57"/>
          <p:cNvSpPr txBox="1">
            <a:spLocks noGrp="1"/>
          </p:cNvSpPr>
          <p:nvPr>
            <p:ph type="body" idx="13"/>
          </p:nvPr>
        </p:nvSpPr>
        <p:spPr>
          <a:xfrm>
            <a:off x="4670561" y="3151274"/>
            <a:ext cx="4075661" cy="588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8" name="Google Shape;658;p57"/>
          <p:cNvSpPr txBox="1">
            <a:spLocks noGrp="1"/>
          </p:cNvSpPr>
          <p:nvPr>
            <p:ph type="body" idx="14"/>
          </p:nvPr>
        </p:nvSpPr>
        <p:spPr>
          <a:xfrm>
            <a:off x="253604" y="2394889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9" name="Google Shape;659;p57"/>
          <p:cNvSpPr txBox="1">
            <a:spLocks noGrp="1"/>
          </p:cNvSpPr>
          <p:nvPr>
            <p:ph type="body" idx="15"/>
          </p:nvPr>
        </p:nvSpPr>
        <p:spPr>
          <a:xfrm>
            <a:off x="4637129" y="2394889"/>
            <a:ext cx="425309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0" name="Google Shape;660;p57"/>
          <p:cNvSpPr/>
          <p:nvPr/>
        </p:nvSpPr>
        <p:spPr>
          <a:xfrm>
            <a:off x="254857" y="3936127"/>
            <a:ext cx="8637920" cy="71456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E65907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57"/>
          <p:cNvSpPr txBox="1">
            <a:spLocks noGrp="1"/>
          </p:cNvSpPr>
          <p:nvPr>
            <p:ph type="body" idx="16"/>
          </p:nvPr>
        </p:nvSpPr>
        <p:spPr>
          <a:xfrm>
            <a:off x="251222" y="3936014"/>
            <a:ext cx="8641556" cy="714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2" name="Google Shape;662;p57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663" name="Google Shape;663;p57"/>
          <p:cNvSpPr txBox="1">
            <a:spLocks noGrp="1"/>
          </p:cNvSpPr>
          <p:nvPr>
            <p:ph type="body" idx="17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4" name="Google Shape;664;p57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65" name="Google Shape;665;p57"/>
          <p:cNvSpPr txBox="1">
            <a:spLocks noGrp="1"/>
          </p:cNvSpPr>
          <p:nvPr>
            <p:ph type="body" idx="18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дуль и контент">
  <p:cSld name="Модуль и контент"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8"/>
          <p:cNvSpPr/>
          <p:nvPr/>
        </p:nvSpPr>
        <p:spPr>
          <a:xfrm>
            <a:off x="253781" y="1332293"/>
            <a:ext cx="4263564" cy="2968244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58"/>
          <p:cNvSpPr/>
          <p:nvPr/>
        </p:nvSpPr>
        <p:spPr>
          <a:xfrm>
            <a:off x="253781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8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0" name="Google Shape;670;p58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1" name="Google Shape;671;p58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2" name="Google Shape;672;p58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673" name="Google Shape;673;p58"/>
          <p:cNvSpPr txBox="1">
            <a:spLocks noGrp="1"/>
          </p:cNvSpPr>
          <p:nvPr>
            <p:ph type="body" idx="4"/>
          </p:nvPr>
        </p:nvSpPr>
        <p:spPr>
          <a:xfrm>
            <a:off x="4625652" y="846293"/>
            <a:ext cx="4221770" cy="344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4" name="Google Shape;674;p58"/>
          <p:cNvSpPr txBox="1">
            <a:spLocks noGrp="1"/>
          </p:cNvSpPr>
          <p:nvPr>
            <p:ph type="body" idx="5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5" name="Google Shape;675;p58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76" name="Google Shape;676;p58"/>
          <p:cNvSpPr txBox="1">
            <a:spLocks noGrp="1"/>
          </p:cNvSpPr>
          <p:nvPr>
            <p:ph type="body" idx="6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дуль и 2 вертикальных контента">
  <p:cSld name="Модуль и 2 вертикальных контента"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9"/>
          <p:cNvSpPr/>
          <p:nvPr/>
        </p:nvSpPr>
        <p:spPr>
          <a:xfrm>
            <a:off x="253781" y="1332293"/>
            <a:ext cx="2806126" cy="2968244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59"/>
          <p:cNvSpPr/>
          <p:nvPr/>
        </p:nvSpPr>
        <p:spPr>
          <a:xfrm>
            <a:off x="253781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9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1" name="Google Shape;681;p59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2682455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2" name="Google Shape;682;p59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2802377" cy="485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3" name="Google Shape;683;p59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684" name="Google Shape;684;p59"/>
          <p:cNvSpPr txBox="1">
            <a:spLocks noGrp="1"/>
          </p:cNvSpPr>
          <p:nvPr>
            <p:ph type="body" idx="4"/>
          </p:nvPr>
        </p:nvSpPr>
        <p:spPr>
          <a:xfrm>
            <a:off x="3172180" y="846293"/>
            <a:ext cx="2802199" cy="344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5" name="Google Shape;685;p59"/>
          <p:cNvSpPr txBox="1">
            <a:spLocks noGrp="1"/>
          </p:cNvSpPr>
          <p:nvPr>
            <p:ph type="body" idx="5"/>
          </p:nvPr>
        </p:nvSpPr>
        <p:spPr>
          <a:xfrm>
            <a:off x="6088616" y="846293"/>
            <a:ext cx="2802199" cy="344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6" name="Google Shape;686;p59"/>
          <p:cNvSpPr txBox="1">
            <a:spLocks noGrp="1"/>
          </p:cNvSpPr>
          <p:nvPr>
            <p:ph type="body" idx="6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7" name="Google Shape;687;p59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88" name="Google Shape;688;p59"/>
          <p:cNvSpPr txBox="1">
            <a:spLocks noGrp="1"/>
          </p:cNvSpPr>
          <p:nvPr>
            <p:ph type="body" idx="7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дуль и 2 горизонтальных контента">
  <p:cSld name="Модуль и 2 горизонтальных контента"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0"/>
          <p:cNvSpPr/>
          <p:nvPr/>
        </p:nvSpPr>
        <p:spPr>
          <a:xfrm>
            <a:off x="253781" y="1332293"/>
            <a:ext cx="3534788" cy="2968244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60"/>
          <p:cNvSpPr/>
          <p:nvPr/>
        </p:nvSpPr>
        <p:spPr>
          <a:xfrm>
            <a:off x="253781" y="846293"/>
            <a:ext cx="3534788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60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3379004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3" name="Google Shape;693;p60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3379004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4" name="Google Shape;694;p60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3530066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5" name="Google Shape;695;p60"/>
          <p:cNvSpPr txBox="1">
            <a:spLocks noGrp="1"/>
          </p:cNvSpPr>
          <p:nvPr>
            <p:ph type="body" idx="4"/>
          </p:nvPr>
        </p:nvSpPr>
        <p:spPr>
          <a:xfrm>
            <a:off x="3896916" y="850389"/>
            <a:ext cx="4995863" cy="1667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6" name="Google Shape;696;p60"/>
          <p:cNvSpPr txBox="1">
            <a:spLocks noGrp="1"/>
          </p:cNvSpPr>
          <p:nvPr>
            <p:ph type="body" idx="5"/>
          </p:nvPr>
        </p:nvSpPr>
        <p:spPr>
          <a:xfrm>
            <a:off x="3896916" y="2625328"/>
            <a:ext cx="4995863" cy="167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7" name="Google Shape;697;p60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698" name="Google Shape;698;p60"/>
          <p:cNvSpPr txBox="1">
            <a:spLocks noGrp="1"/>
          </p:cNvSpPr>
          <p:nvPr>
            <p:ph type="body" idx="6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9" name="Google Shape;699;p60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00" name="Google Shape;700;p60"/>
          <p:cNvSpPr txBox="1">
            <a:spLocks noGrp="1"/>
          </p:cNvSpPr>
          <p:nvPr>
            <p:ph type="body" idx="7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2 строки">
  <p:cSld name="Заголовок 2 строки"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1"/>
          <p:cNvSpPr/>
          <p:nvPr/>
        </p:nvSpPr>
        <p:spPr>
          <a:xfrm>
            <a:off x="253781" y="1332293"/>
            <a:ext cx="4263564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61"/>
          <p:cNvSpPr/>
          <p:nvPr/>
        </p:nvSpPr>
        <p:spPr>
          <a:xfrm>
            <a:off x="253781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61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5" name="Google Shape;705;p61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6" name="Google Shape;706;p61"/>
          <p:cNvSpPr/>
          <p:nvPr/>
        </p:nvSpPr>
        <p:spPr>
          <a:xfrm>
            <a:off x="4624685" y="1332293"/>
            <a:ext cx="4263564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61"/>
          <p:cNvSpPr/>
          <p:nvPr/>
        </p:nvSpPr>
        <p:spPr>
          <a:xfrm>
            <a:off x="4624685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1"/>
          <p:cNvSpPr txBox="1">
            <a:spLocks noGrp="1"/>
          </p:cNvSpPr>
          <p:nvPr>
            <p:ph type="body" idx="3"/>
          </p:nvPr>
        </p:nvSpPr>
        <p:spPr>
          <a:xfrm>
            <a:off x="4667097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9" name="Google Shape;709;p61"/>
          <p:cNvSpPr txBox="1">
            <a:spLocks noGrp="1"/>
          </p:cNvSpPr>
          <p:nvPr>
            <p:ph type="body" idx="4"/>
          </p:nvPr>
        </p:nvSpPr>
        <p:spPr>
          <a:xfrm>
            <a:off x="4667097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0" name="Google Shape;710;p61"/>
          <p:cNvSpPr txBox="1">
            <a:spLocks noGrp="1"/>
          </p:cNvSpPr>
          <p:nvPr>
            <p:ph type="body" idx="5"/>
          </p:nvPr>
        </p:nvSpPr>
        <p:spPr>
          <a:xfrm>
            <a:off x="4633666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1" name="Google Shape;711;p61"/>
          <p:cNvSpPr txBox="1">
            <a:spLocks noGrp="1"/>
          </p:cNvSpPr>
          <p:nvPr>
            <p:ph type="body" idx="6"/>
          </p:nvPr>
        </p:nvSpPr>
        <p:spPr>
          <a:xfrm>
            <a:off x="253604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2" name="Google Shape;712;p61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713" name="Google Shape;713;p61"/>
          <p:cNvSpPr txBox="1">
            <a:spLocks noGrp="1"/>
          </p:cNvSpPr>
          <p:nvPr>
            <p:ph type="body" idx="7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4" name="Google Shape;714;p61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15" name="Google Shape;715;p61"/>
          <p:cNvSpPr txBox="1">
            <a:spLocks noGrp="1"/>
          </p:cNvSpPr>
          <p:nvPr>
            <p:ph type="body" idx="8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3 строки">
  <p:cSld name="Заголовок 3 строки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62"/>
          <p:cNvSpPr/>
          <p:nvPr/>
        </p:nvSpPr>
        <p:spPr>
          <a:xfrm>
            <a:off x="253781" y="1575319"/>
            <a:ext cx="4263564" cy="3075262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62"/>
          <p:cNvSpPr/>
          <p:nvPr/>
        </p:nvSpPr>
        <p:spPr>
          <a:xfrm>
            <a:off x="253781" y="1089320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62"/>
          <p:cNvSpPr txBox="1">
            <a:spLocks noGrp="1"/>
          </p:cNvSpPr>
          <p:nvPr>
            <p:ph type="body" idx="1"/>
          </p:nvPr>
        </p:nvSpPr>
        <p:spPr>
          <a:xfrm>
            <a:off x="296192" y="1627278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0" name="Google Shape;720;p62"/>
          <p:cNvSpPr txBox="1">
            <a:spLocks noGrp="1"/>
          </p:cNvSpPr>
          <p:nvPr>
            <p:ph type="body" idx="2"/>
          </p:nvPr>
        </p:nvSpPr>
        <p:spPr>
          <a:xfrm>
            <a:off x="296192" y="1845946"/>
            <a:ext cx="4075661" cy="2700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1" name="Google Shape;721;p62"/>
          <p:cNvSpPr/>
          <p:nvPr/>
        </p:nvSpPr>
        <p:spPr>
          <a:xfrm>
            <a:off x="4624685" y="1575319"/>
            <a:ext cx="4263564" cy="3075262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62"/>
          <p:cNvSpPr/>
          <p:nvPr/>
        </p:nvSpPr>
        <p:spPr>
          <a:xfrm>
            <a:off x="4624685" y="1089320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62"/>
          <p:cNvSpPr txBox="1">
            <a:spLocks noGrp="1"/>
          </p:cNvSpPr>
          <p:nvPr>
            <p:ph type="body" idx="3"/>
          </p:nvPr>
        </p:nvSpPr>
        <p:spPr>
          <a:xfrm>
            <a:off x="4667097" y="1627278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4" name="Google Shape;724;p62"/>
          <p:cNvSpPr txBox="1">
            <a:spLocks noGrp="1"/>
          </p:cNvSpPr>
          <p:nvPr>
            <p:ph type="body" idx="4"/>
          </p:nvPr>
        </p:nvSpPr>
        <p:spPr>
          <a:xfrm>
            <a:off x="4667097" y="1845946"/>
            <a:ext cx="4075661" cy="2700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5" name="Google Shape;725;p62"/>
          <p:cNvSpPr txBox="1">
            <a:spLocks noGrp="1"/>
          </p:cNvSpPr>
          <p:nvPr>
            <p:ph type="body" idx="5"/>
          </p:nvPr>
        </p:nvSpPr>
        <p:spPr>
          <a:xfrm>
            <a:off x="4633666" y="1089561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6" name="Google Shape;726;p62"/>
          <p:cNvSpPr txBox="1">
            <a:spLocks noGrp="1"/>
          </p:cNvSpPr>
          <p:nvPr>
            <p:ph type="body" idx="6"/>
          </p:nvPr>
        </p:nvSpPr>
        <p:spPr>
          <a:xfrm>
            <a:off x="253604" y="1094929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7" name="Google Shape;727;p62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728" name="Google Shape;728;p62"/>
          <p:cNvSpPr txBox="1">
            <a:spLocks noGrp="1"/>
          </p:cNvSpPr>
          <p:nvPr>
            <p:ph type="body" idx="7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9" name="Google Shape;729;p62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863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30" name="Google Shape;730;p62"/>
          <p:cNvSpPr txBox="1">
            <a:spLocks noGrp="1"/>
          </p:cNvSpPr>
          <p:nvPr>
            <p:ph type="body" idx="8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+дескриптор">
  <p:cSld name="Заголовок+дескриптор"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3"/>
          <p:cNvSpPr/>
          <p:nvPr/>
        </p:nvSpPr>
        <p:spPr>
          <a:xfrm>
            <a:off x="253781" y="1332293"/>
            <a:ext cx="4263564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63"/>
          <p:cNvSpPr/>
          <p:nvPr/>
        </p:nvSpPr>
        <p:spPr>
          <a:xfrm>
            <a:off x="253781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63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5" name="Google Shape;735;p63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6" name="Google Shape;736;p63"/>
          <p:cNvSpPr/>
          <p:nvPr/>
        </p:nvSpPr>
        <p:spPr>
          <a:xfrm>
            <a:off x="4624685" y="1332293"/>
            <a:ext cx="4263564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63"/>
          <p:cNvSpPr/>
          <p:nvPr/>
        </p:nvSpPr>
        <p:spPr>
          <a:xfrm>
            <a:off x="4624685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63"/>
          <p:cNvSpPr txBox="1">
            <a:spLocks noGrp="1"/>
          </p:cNvSpPr>
          <p:nvPr>
            <p:ph type="body" idx="3"/>
          </p:nvPr>
        </p:nvSpPr>
        <p:spPr>
          <a:xfrm>
            <a:off x="4667097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9" name="Google Shape;739;p63"/>
          <p:cNvSpPr txBox="1">
            <a:spLocks noGrp="1"/>
          </p:cNvSpPr>
          <p:nvPr>
            <p:ph type="body" idx="4"/>
          </p:nvPr>
        </p:nvSpPr>
        <p:spPr>
          <a:xfrm>
            <a:off x="4667097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0" name="Google Shape;740;p63"/>
          <p:cNvSpPr txBox="1">
            <a:spLocks noGrp="1"/>
          </p:cNvSpPr>
          <p:nvPr>
            <p:ph type="body" idx="5"/>
          </p:nvPr>
        </p:nvSpPr>
        <p:spPr>
          <a:xfrm>
            <a:off x="4633666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1" name="Google Shape;741;p63"/>
          <p:cNvSpPr txBox="1">
            <a:spLocks noGrp="1"/>
          </p:cNvSpPr>
          <p:nvPr>
            <p:ph type="body" idx="6"/>
          </p:nvPr>
        </p:nvSpPr>
        <p:spPr>
          <a:xfrm>
            <a:off x="255640" y="545236"/>
            <a:ext cx="6449960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2" name="Google Shape;742;p63"/>
          <p:cNvSpPr txBox="1">
            <a:spLocks noGrp="1"/>
          </p:cNvSpPr>
          <p:nvPr>
            <p:ph type="body" idx="7"/>
          </p:nvPr>
        </p:nvSpPr>
        <p:spPr>
          <a:xfrm>
            <a:off x="253604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3" name="Google Shape;743;p63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744" name="Google Shape;744;p63"/>
          <p:cNvSpPr txBox="1">
            <a:spLocks noGrp="1"/>
          </p:cNvSpPr>
          <p:nvPr>
            <p:ph type="body" idx="8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5" name="Google Shape;745;p63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27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46" name="Google Shape;746;p63"/>
          <p:cNvSpPr txBox="1">
            <a:spLocks noGrp="1"/>
          </p:cNvSpPr>
          <p:nvPr>
            <p:ph type="body" idx="9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+надзаголовок">
  <p:cSld name="Заголовок+надзаголовок"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4"/>
          <p:cNvSpPr/>
          <p:nvPr/>
        </p:nvSpPr>
        <p:spPr>
          <a:xfrm>
            <a:off x="253781" y="1575319"/>
            <a:ext cx="4263564" cy="3075262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64"/>
          <p:cNvSpPr/>
          <p:nvPr/>
        </p:nvSpPr>
        <p:spPr>
          <a:xfrm>
            <a:off x="253781" y="1089320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64"/>
          <p:cNvSpPr txBox="1">
            <a:spLocks noGrp="1"/>
          </p:cNvSpPr>
          <p:nvPr>
            <p:ph type="body" idx="1"/>
          </p:nvPr>
        </p:nvSpPr>
        <p:spPr>
          <a:xfrm>
            <a:off x="296192" y="1627278"/>
            <a:ext cx="418300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64"/>
          <p:cNvSpPr txBox="1">
            <a:spLocks noGrp="1"/>
          </p:cNvSpPr>
          <p:nvPr>
            <p:ph type="body" idx="2"/>
          </p:nvPr>
        </p:nvSpPr>
        <p:spPr>
          <a:xfrm>
            <a:off x="296192" y="1845946"/>
            <a:ext cx="4183001" cy="2700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2" name="Google Shape;752;p64"/>
          <p:cNvSpPr/>
          <p:nvPr/>
        </p:nvSpPr>
        <p:spPr>
          <a:xfrm>
            <a:off x="4624685" y="1575319"/>
            <a:ext cx="4263564" cy="3075262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64"/>
          <p:cNvSpPr/>
          <p:nvPr/>
        </p:nvSpPr>
        <p:spPr>
          <a:xfrm>
            <a:off x="4624685" y="1089320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64"/>
          <p:cNvSpPr txBox="1">
            <a:spLocks noGrp="1"/>
          </p:cNvSpPr>
          <p:nvPr>
            <p:ph type="body" idx="3"/>
          </p:nvPr>
        </p:nvSpPr>
        <p:spPr>
          <a:xfrm>
            <a:off x="4667097" y="1627278"/>
            <a:ext cx="418071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5" name="Google Shape;755;p64"/>
          <p:cNvSpPr txBox="1">
            <a:spLocks noGrp="1"/>
          </p:cNvSpPr>
          <p:nvPr>
            <p:ph type="body" idx="4"/>
          </p:nvPr>
        </p:nvSpPr>
        <p:spPr>
          <a:xfrm>
            <a:off x="4667097" y="1845946"/>
            <a:ext cx="4180711" cy="2700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6" name="Google Shape;756;p64"/>
          <p:cNvSpPr txBox="1">
            <a:spLocks noGrp="1"/>
          </p:cNvSpPr>
          <p:nvPr>
            <p:ph type="body" idx="5"/>
          </p:nvPr>
        </p:nvSpPr>
        <p:spPr>
          <a:xfrm>
            <a:off x="4633666" y="1089561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7" name="Google Shape;757;p64"/>
          <p:cNvSpPr txBox="1">
            <a:spLocks noGrp="1"/>
          </p:cNvSpPr>
          <p:nvPr>
            <p:ph type="title"/>
          </p:nvPr>
        </p:nvSpPr>
        <p:spPr>
          <a:xfrm>
            <a:off x="181065" y="485839"/>
            <a:ext cx="6524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58" name="Google Shape;758;p64"/>
          <p:cNvSpPr txBox="1">
            <a:spLocks noGrp="1"/>
          </p:cNvSpPr>
          <p:nvPr>
            <p:ph type="body" idx="6"/>
          </p:nvPr>
        </p:nvSpPr>
        <p:spPr>
          <a:xfrm>
            <a:off x="255640" y="816383"/>
            <a:ext cx="6449960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9" name="Google Shape;759;p64"/>
          <p:cNvSpPr txBox="1">
            <a:spLocks noGrp="1"/>
          </p:cNvSpPr>
          <p:nvPr>
            <p:ph type="body" idx="7"/>
          </p:nvPr>
        </p:nvSpPr>
        <p:spPr>
          <a:xfrm>
            <a:off x="183940" y="208196"/>
            <a:ext cx="6521659" cy="229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sz="11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0" name="Google Shape;760;p64"/>
          <p:cNvSpPr txBox="1">
            <a:spLocks noGrp="1"/>
          </p:cNvSpPr>
          <p:nvPr>
            <p:ph type="body" idx="8"/>
          </p:nvPr>
        </p:nvSpPr>
        <p:spPr>
          <a:xfrm>
            <a:off x="253604" y="1094929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1" name="Google Shape;761;p64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762" name="Google Shape;762;p64"/>
          <p:cNvSpPr txBox="1">
            <a:spLocks noGrp="1"/>
          </p:cNvSpPr>
          <p:nvPr>
            <p:ph type="body" idx="9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3" name="Google Shape;763;p64"/>
          <p:cNvSpPr txBox="1">
            <a:spLocks noGrp="1"/>
          </p:cNvSpPr>
          <p:nvPr>
            <p:ph type="body" idx="13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кап Монитор">
  <p:cSld name="Мокап Монитор"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05200" y="579696"/>
            <a:ext cx="5879157" cy="4416538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/>
          <p:nvPr/>
        </p:nvSpPr>
        <p:spPr>
          <a:xfrm>
            <a:off x="253781" y="1332293"/>
            <a:ext cx="3534788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65"/>
          <p:cNvSpPr/>
          <p:nvPr/>
        </p:nvSpPr>
        <p:spPr>
          <a:xfrm>
            <a:off x="253781" y="846293"/>
            <a:ext cx="3534788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65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3353243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65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3492377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Google Shape;770;p65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353478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1" name="Google Shape;771;p65"/>
          <p:cNvSpPr>
            <a:spLocks noGrp="1"/>
          </p:cNvSpPr>
          <p:nvPr>
            <p:ph type="pic" idx="4"/>
          </p:nvPr>
        </p:nvSpPr>
        <p:spPr>
          <a:xfrm>
            <a:off x="4099322" y="1043940"/>
            <a:ext cx="4601545" cy="2582704"/>
          </a:xfrm>
          <a:prstGeom prst="rect">
            <a:avLst/>
          </a:prstGeom>
          <a:noFill/>
          <a:ln>
            <a:noFill/>
          </a:ln>
        </p:spPr>
      </p:sp>
      <p:sp>
        <p:nvSpPr>
          <p:cNvPr id="772" name="Google Shape;772;p65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773" name="Google Shape;773;p65"/>
          <p:cNvSpPr txBox="1">
            <a:spLocks noGrp="1"/>
          </p:cNvSpPr>
          <p:nvPr>
            <p:ph type="body" idx="5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4" name="Google Shape;774;p65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75" name="Google Shape;775;p65"/>
          <p:cNvSpPr txBox="1">
            <a:spLocks noGrp="1"/>
          </p:cNvSpPr>
          <p:nvPr>
            <p:ph type="body" idx="6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кап Планшет">
  <p:cSld name="Мокап Планшет"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6"/>
          <p:cNvSpPr>
            <a:spLocks noGrp="1"/>
          </p:cNvSpPr>
          <p:nvPr>
            <p:ph type="pic" idx="2"/>
          </p:nvPr>
        </p:nvSpPr>
        <p:spPr>
          <a:xfrm>
            <a:off x="6316933" y="1179242"/>
            <a:ext cx="2366847" cy="3141042"/>
          </a:xfrm>
          <a:prstGeom prst="rect">
            <a:avLst/>
          </a:prstGeom>
          <a:noFill/>
          <a:ln>
            <a:noFill/>
          </a:ln>
        </p:spPr>
      </p:sp>
      <p:pic>
        <p:nvPicPr>
          <p:cNvPr id="778" name="Google Shape;778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47859" y="524871"/>
            <a:ext cx="3819724" cy="4741307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6"/>
          <p:cNvSpPr/>
          <p:nvPr/>
        </p:nvSpPr>
        <p:spPr>
          <a:xfrm>
            <a:off x="253781" y="1332293"/>
            <a:ext cx="2806126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66"/>
          <p:cNvSpPr/>
          <p:nvPr/>
        </p:nvSpPr>
        <p:spPr>
          <a:xfrm>
            <a:off x="253781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66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2" name="Google Shape;782;p66"/>
          <p:cNvSpPr txBox="1">
            <a:spLocks noGrp="1"/>
          </p:cNvSpPr>
          <p:nvPr>
            <p:ph type="body" idx="3"/>
          </p:nvPr>
        </p:nvSpPr>
        <p:spPr>
          <a:xfrm>
            <a:off x="296192" y="1602920"/>
            <a:ext cx="2682455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3" name="Google Shape;783;p66"/>
          <p:cNvSpPr txBox="1">
            <a:spLocks noGrp="1"/>
          </p:cNvSpPr>
          <p:nvPr>
            <p:ph type="body" idx="4"/>
          </p:nvPr>
        </p:nvSpPr>
        <p:spPr>
          <a:xfrm>
            <a:off x="253603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4" name="Google Shape;784;p66"/>
          <p:cNvSpPr/>
          <p:nvPr/>
        </p:nvSpPr>
        <p:spPr>
          <a:xfrm>
            <a:off x="3167015" y="1332293"/>
            <a:ext cx="2806126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66"/>
          <p:cNvSpPr/>
          <p:nvPr/>
        </p:nvSpPr>
        <p:spPr>
          <a:xfrm>
            <a:off x="3167015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66"/>
          <p:cNvSpPr txBox="1">
            <a:spLocks noGrp="1"/>
          </p:cNvSpPr>
          <p:nvPr>
            <p:ph type="body" idx="5"/>
          </p:nvPr>
        </p:nvSpPr>
        <p:spPr>
          <a:xfrm>
            <a:off x="3209427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7" name="Google Shape;787;p66"/>
          <p:cNvSpPr txBox="1">
            <a:spLocks noGrp="1"/>
          </p:cNvSpPr>
          <p:nvPr>
            <p:ph type="body" idx="6"/>
          </p:nvPr>
        </p:nvSpPr>
        <p:spPr>
          <a:xfrm>
            <a:off x="3209427" y="1602920"/>
            <a:ext cx="2682455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8" name="Google Shape;788;p66"/>
          <p:cNvSpPr txBox="1">
            <a:spLocks noGrp="1"/>
          </p:cNvSpPr>
          <p:nvPr>
            <p:ph type="body" idx="7"/>
          </p:nvPr>
        </p:nvSpPr>
        <p:spPr>
          <a:xfrm>
            <a:off x="3166838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9" name="Google Shape;789;p66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790" name="Google Shape;790;p66"/>
          <p:cNvSpPr txBox="1">
            <a:spLocks noGrp="1"/>
          </p:cNvSpPr>
          <p:nvPr>
            <p:ph type="body" idx="8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1" name="Google Shape;791;p66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92" name="Google Shape;792;p66"/>
          <p:cNvSpPr txBox="1">
            <a:spLocks noGrp="1"/>
          </p:cNvSpPr>
          <p:nvPr>
            <p:ph type="body" idx="9"/>
          </p:nvPr>
        </p:nvSpPr>
        <p:spPr>
          <a:xfrm>
            <a:off x="6812756" y="212351"/>
            <a:ext cx="2147066" cy="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кап Телефон">
  <p:cSld name="Мокап Телефон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4" name="Google Shape;794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05600" y="639462"/>
            <a:ext cx="2371239" cy="3966892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7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702724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96" name="Google Shape;796;p67"/>
          <p:cNvSpPr>
            <a:spLocks noGrp="1"/>
          </p:cNvSpPr>
          <p:nvPr>
            <p:ph type="pic" idx="2"/>
          </p:nvPr>
        </p:nvSpPr>
        <p:spPr>
          <a:xfrm>
            <a:off x="7133838" y="1275436"/>
            <a:ext cx="1482947" cy="2621729"/>
          </a:xfrm>
          <a:prstGeom prst="rect">
            <a:avLst/>
          </a:prstGeom>
          <a:noFill/>
          <a:ln>
            <a:noFill/>
          </a:ln>
        </p:spPr>
      </p:sp>
      <p:sp>
        <p:nvSpPr>
          <p:cNvPr id="797" name="Google Shape;797;p67"/>
          <p:cNvSpPr/>
          <p:nvPr/>
        </p:nvSpPr>
        <p:spPr>
          <a:xfrm>
            <a:off x="3899474" y="1332293"/>
            <a:ext cx="2806126" cy="2968244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67"/>
          <p:cNvSpPr/>
          <p:nvPr/>
        </p:nvSpPr>
        <p:spPr>
          <a:xfrm>
            <a:off x="3899474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67"/>
          <p:cNvSpPr txBox="1">
            <a:spLocks noGrp="1"/>
          </p:cNvSpPr>
          <p:nvPr>
            <p:ph type="body" idx="1"/>
          </p:nvPr>
        </p:nvSpPr>
        <p:spPr>
          <a:xfrm>
            <a:off x="3941886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0" name="Google Shape;800;p67"/>
          <p:cNvSpPr txBox="1">
            <a:spLocks noGrp="1"/>
          </p:cNvSpPr>
          <p:nvPr>
            <p:ph type="body" idx="3"/>
          </p:nvPr>
        </p:nvSpPr>
        <p:spPr>
          <a:xfrm>
            <a:off x="3941886" y="1602920"/>
            <a:ext cx="2682455" cy="261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1" name="Google Shape;801;p67"/>
          <p:cNvSpPr txBox="1">
            <a:spLocks noGrp="1"/>
          </p:cNvSpPr>
          <p:nvPr>
            <p:ph type="body" idx="4"/>
          </p:nvPr>
        </p:nvSpPr>
        <p:spPr>
          <a:xfrm>
            <a:off x="3899297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2" name="Google Shape;802;p67"/>
          <p:cNvSpPr/>
          <p:nvPr/>
        </p:nvSpPr>
        <p:spPr>
          <a:xfrm>
            <a:off x="253781" y="1332293"/>
            <a:ext cx="3534788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67"/>
          <p:cNvSpPr/>
          <p:nvPr/>
        </p:nvSpPr>
        <p:spPr>
          <a:xfrm>
            <a:off x="253781" y="846293"/>
            <a:ext cx="3534788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67"/>
          <p:cNvSpPr txBox="1">
            <a:spLocks noGrp="1"/>
          </p:cNvSpPr>
          <p:nvPr>
            <p:ph type="body" idx="5"/>
          </p:nvPr>
        </p:nvSpPr>
        <p:spPr>
          <a:xfrm>
            <a:off x="296192" y="1384252"/>
            <a:ext cx="3379004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5" name="Google Shape;805;p67"/>
          <p:cNvSpPr txBox="1">
            <a:spLocks noGrp="1"/>
          </p:cNvSpPr>
          <p:nvPr>
            <p:ph type="body" idx="6"/>
          </p:nvPr>
        </p:nvSpPr>
        <p:spPr>
          <a:xfrm>
            <a:off x="296192" y="1602921"/>
            <a:ext cx="3379004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6" name="Google Shape;806;p67"/>
          <p:cNvSpPr txBox="1">
            <a:spLocks noGrp="1"/>
          </p:cNvSpPr>
          <p:nvPr>
            <p:ph type="body" idx="7"/>
          </p:nvPr>
        </p:nvSpPr>
        <p:spPr>
          <a:xfrm>
            <a:off x="253604" y="846535"/>
            <a:ext cx="3534841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7" name="Google Shape;807;p67"/>
          <p:cNvSpPr/>
          <p:nvPr/>
        </p:nvSpPr>
        <p:spPr>
          <a:xfrm>
            <a:off x="251222" y="3116257"/>
            <a:ext cx="3534788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67"/>
          <p:cNvSpPr/>
          <p:nvPr/>
        </p:nvSpPr>
        <p:spPr>
          <a:xfrm>
            <a:off x="251222" y="2630257"/>
            <a:ext cx="3534788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67"/>
          <p:cNvSpPr txBox="1">
            <a:spLocks noGrp="1"/>
          </p:cNvSpPr>
          <p:nvPr>
            <p:ph type="body" idx="8"/>
          </p:nvPr>
        </p:nvSpPr>
        <p:spPr>
          <a:xfrm>
            <a:off x="293634" y="3168216"/>
            <a:ext cx="3379004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0" name="Google Shape;810;p67"/>
          <p:cNvSpPr txBox="1">
            <a:spLocks noGrp="1"/>
          </p:cNvSpPr>
          <p:nvPr>
            <p:ph type="body" idx="9"/>
          </p:nvPr>
        </p:nvSpPr>
        <p:spPr>
          <a:xfrm>
            <a:off x="293634" y="3386885"/>
            <a:ext cx="3379004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1" name="Google Shape;811;p67"/>
          <p:cNvSpPr txBox="1">
            <a:spLocks noGrp="1"/>
          </p:cNvSpPr>
          <p:nvPr>
            <p:ph type="body" idx="13"/>
          </p:nvPr>
        </p:nvSpPr>
        <p:spPr>
          <a:xfrm>
            <a:off x="251045" y="2630499"/>
            <a:ext cx="3534841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2" name="Google Shape;812;p67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813" name="Google Shape;813;p67"/>
          <p:cNvSpPr txBox="1">
            <a:spLocks noGrp="1"/>
          </p:cNvSpPr>
          <p:nvPr>
            <p:ph type="body" idx="14"/>
          </p:nvPr>
        </p:nvSpPr>
        <p:spPr>
          <a:xfrm>
            <a:off x="180583" y="4800167"/>
            <a:ext cx="4293393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4" name="Google Shape;814;p67"/>
          <p:cNvSpPr txBox="1">
            <a:spLocks noGrp="1"/>
          </p:cNvSpPr>
          <p:nvPr>
            <p:ph type="body" idx="15"/>
          </p:nvPr>
        </p:nvSpPr>
        <p:spPr>
          <a:xfrm>
            <a:off x="7877978" y="182207"/>
            <a:ext cx="1081844" cy="248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в 2 строки">
  <p:cSld name="Заголовок в 2 строки"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68"/>
          <p:cNvSpPr/>
          <p:nvPr/>
        </p:nvSpPr>
        <p:spPr>
          <a:xfrm>
            <a:off x="1190" y="1190"/>
            <a:ext cx="1190" cy="1190"/>
          </a:xfrm>
          <a:prstGeom prst="rect">
            <a:avLst/>
          </a:prstGeom>
          <a:noFill/>
          <a:ln>
            <a:noFill/>
          </a:ln>
        </p:spPr>
      </p:sp>
      <p:sp>
        <p:nvSpPr>
          <p:cNvPr id="817" name="Google Shape;817;p68"/>
          <p:cNvSpPr txBox="1">
            <a:spLocks noGrp="1"/>
          </p:cNvSpPr>
          <p:nvPr>
            <p:ph type="title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818" name="Google Shape;818;p68"/>
          <p:cNvSpPr/>
          <p:nvPr/>
        </p:nvSpPr>
        <p:spPr>
          <a:xfrm>
            <a:off x="299185" y="96992"/>
            <a:ext cx="544606" cy="49148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68"/>
          <p:cNvSpPr/>
          <p:nvPr/>
        </p:nvSpPr>
        <p:spPr>
          <a:xfrm>
            <a:off x="299185" y="806260"/>
            <a:ext cx="544606" cy="49148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>
  <p:cSld name="Только заголовок"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822" name="Google Shape;822;p69"/>
          <p:cNvSpPr/>
          <p:nvPr/>
        </p:nvSpPr>
        <p:spPr>
          <a:xfrm>
            <a:off x="305991" y="221176"/>
            <a:ext cx="544606" cy="49148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69"/>
          <p:cNvSpPr/>
          <p:nvPr/>
        </p:nvSpPr>
        <p:spPr>
          <a:xfrm>
            <a:off x="305991" y="679050"/>
            <a:ext cx="544606" cy="49148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 слайд">
  <p:cSld name="Пустой слайд">
    <p:bg>
      <p:bgPr>
        <a:solidFill>
          <a:schemeClr val="lt1"/>
        </a:solidFill>
        <a:effectLst/>
      </p:bgPr>
    </p:bg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71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Заголовок 1 строка">
  <p:cSld name="Пустой слайд Заголовок 1 строка"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72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830" name="Google Shape;830;p72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831" name="Google Shape;831;p72"/>
          <p:cNvSpPr txBox="1">
            <a:spLocks noGrp="1"/>
          </p:cNvSpPr>
          <p:nvPr>
            <p:ph type="body" idx="1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2" name="Google Shape;832;p72"/>
          <p:cNvSpPr txBox="1">
            <a:spLocks noGrp="1"/>
          </p:cNvSpPr>
          <p:nvPr>
            <p:ph type="body" idx="2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3"/>
          <p:cNvSpPr txBox="1">
            <a:spLocks noGrp="1"/>
          </p:cNvSpPr>
          <p:nvPr>
            <p:ph type="title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835" name="Google Shape;835;p73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6" name="Google Shape;836;p7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7" name="Google Shape;837;p7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8" name="Google Shape;838;p73"/>
          <p:cNvSpPr txBox="1">
            <a:spLocks noGrp="1"/>
          </p:cNvSpPr>
          <p:nvPr>
            <p:ph type="sldNum" idx="12"/>
          </p:nvPr>
        </p:nvSpPr>
        <p:spPr>
          <a:xfrm>
            <a:off x="6551783" y="4722390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 фото">
  <p:cSld name="1_Титульный с фото"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0" name="Google Shape;840;p74"/>
          <p:cNvPicPr preferRelativeResize="0"/>
          <p:nvPr/>
        </p:nvPicPr>
        <p:blipFill rotWithShape="1">
          <a:blip r:embed="rId2">
            <a:alphaModFix/>
          </a:blip>
          <a:srcRect t="-1"/>
          <a:stretch/>
        </p:blipFill>
        <p:spPr>
          <a:xfrm>
            <a:off x="2401" y="572"/>
            <a:ext cx="7448530" cy="3639937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74"/>
          <p:cNvSpPr txBox="1">
            <a:spLocks noGrp="1"/>
          </p:cNvSpPr>
          <p:nvPr>
            <p:ph type="subTitle" idx="1"/>
          </p:nvPr>
        </p:nvSpPr>
        <p:spPr>
          <a:xfrm>
            <a:off x="192383" y="4660387"/>
            <a:ext cx="259467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2" name="Google Shape;842;p74"/>
          <p:cNvSpPr txBox="1">
            <a:spLocks noGrp="1"/>
          </p:cNvSpPr>
          <p:nvPr>
            <p:ph type="body" idx="2"/>
          </p:nvPr>
        </p:nvSpPr>
        <p:spPr>
          <a:xfrm>
            <a:off x="214992" y="4320466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3" name="Google Shape;843;p74"/>
          <p:cNvSpPr txBox="1">
            <a:spLocks noGrp="1"/>
          </p:cNvSpPr>
          <p:nvPr>
            <p:ph type="body" idx="3"/>
          </p:nvPr>
        </p:nvSpPr>
        <p:spPr>
          <a:xfrm>
            <a:off x="214992" y="4192904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4" name="Google Shape;844;p74"/>
          <p:cNvSpPr txBox="1">
            <a:spLocks noGrp="1"/>
          </p:cNvSpPr>
          <p:nvPr>
            <p:ph type="body" idx="4"/>
          </p:nvPr>
        </p:nvSpPr>
        <p:spPr>
          <a:xfrm>
            <a:off x="214992" y="3900752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5" name="Google Shape;845;p74"/>
          <p:cNvSpPr txBox="1">
            <a:spLocks noGrp="1"/>
          </p:cNvSpPr>
          <p:nvPr>
            <p:ph type="body" idx="5"/>
          </p:nvPr>
        </p:nvSpPr>
        <p:spPr>
          <a:xfrm>
            <a:off x="192085" y="4785404"/>
            <a:ext cx="2594967" cy="8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46" name="Google Shape;846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5535" y="4320466"/>
            <a:ext cx="1360369" cy="745938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4"/>
          <p:cNvSpPr txBox="1">
            <a:spLocks noGrp="1"/>
          </p:cNvSpPr>
          <p:nvPr>
            <p:ph type="ctrTitle"/>
          </p:nvPr>
        </p:nvSpPr>
        <p:spPr>
          <a:xfrm>
            <a:off x="3816038" y="2704022"/>
            <a:ext cx="5076740" cy="110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0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 кластерами - Заголовок 2 строки">
  <p:cSld name="Титульный с кластерами - Заголовок 2 строки"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" name="Google Shape;849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053" y="572"/>
            <a:ext cx="8547610" cy="4809974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5"/>
          <p:cNvSpPr txBox="1">
            <a:spLocks noGrp="1"/>
          </p:cNvSpPr>
          <p:nvPr>
            <p:ph type="ctrTitle"/>
          </p:nvPr>
        </p:nvSpPr>
        <p:spPr>
          <a:xfrm>
            <a:off x="3816038" y="2704022"/>
            <a:ext cx="5076740" cy="110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0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851" name="Google Shape;851;p75"/>
          <p:cNvSpPr txBox="1">
            <a:spLocks noGrp="1"/>
          </p:cNvSpPr>
          <p:nvPr>
            <p:ph type="subTitle" idx="1"/>
          </p:nvPr>
        </p:nvSpPr>
        <p:spPr>
          <a:xfrm>
            <a:off x="192383" y="4660387"/>
            <a:ext cx="259467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2" name="Google Shape;852;p75"/>
          <p:cNvSpPr txBox="1">
            <a:spLocks noGrp="1"/>
          </p:cNvSpPr>
          <p:nvPr>
            <p:ph type="body" idx="2"/>
          </p:nvPr>
        </p:nvSpPr>
        <p:spPr>
          <a:xfrm>
            <a:off x="214992" y="4320466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3" name="Google Shape;853;p75"/>
          <p:cNvSpPr txBox="1">
            <a:spLocks noGrp="1"/>
          </p:cNvSpPr>
          <p:nvPr>
            <p:ph type="body" idx="3"/>
          </p:nvPr>
        </p:nvSpPr>
        <p:spPr>
          <a:xfrm>
            <a:off x="214992" y="4192904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4" name="Google Shape;854;p75"/>
          <p:cNvSpPr txBox="1">
            <a:spLocks noGrp="1"/>
          </p:cNvSpPr>
          <p:nvPr>
            <p:ph type="body" idx="4"/>
          </p:nvPr>
        </p:nvSpPr>
        <p:spPr>
          <a:xfrm>
            <a:off x="214992" y="3900752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5" name="Google Shape;855;p75"/>
          <p:cNvSpPr txBox="1">
            <a:spLocks noGrp="1"/>
          </p:cNvSpPr>
          <p:nvPr>
            <p:ph type="body" idx="5"/>
          </p:nvPr>
        </p:nvSpPr>
        <p:spPr>
          <a:xfrm>
            <a:off x="192085" y="4785404"/>
            <a:ext cx="2594967" cy="8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56" name="Google Shape;856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5535" y="4320466"/>
            <a:ext cx="1360369" cy="745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 кластерами - Заголовок 4 строки">
  <p:cSld name="Титульный с кластерами - Заголовок 4 строки"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8547610" cy="4809974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6"/>
          <p:cNvSpPr txBox="1">
            <a:spLocks noGrp="1"/>
          </p:cNvSpPr>
          <p:nvPr>
            <p:ph type="subTitle" idx="1"/>
          </p:nvPr>
        </p:nvSpPr>
        <p:spPr>
          <a:xfrm>
            <a:off x="192383" y="4660387"/>
            <a:ext cx="259467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0" name="Google Shape;860;p76"/>
          <p:cNvSpPr txBox="1">
            <a:spLocks noGrp="1"/>
          </p:cNvSpPr>
          <p:nvPr>
            <p:ph type="body" idx="2"/>
          </p:nvPr>
        </p:nvSpPr>
        <p:spPr>
          <a:xfrm>
            <a:off x="214992" y="4320466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1" name="Google Shape;861;p76"/>
          <p:cNvSpPr txBox="1">
            <a:spLocks noGrp="1"/>
          </p:cNvSpPr>
          <p:nvPr>
            <p:ph type="body" idx="3"/>
          </p:nvPr>
        </p:nvSpPr>
        <p:spPr>
          <a:xfrm>
            <a:off x="214992" y="4192904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2" name="Google Shape;862;p76"/>
          <p:cNvSpPr txBox="1">
            <a:spLocks noGrp="1"/>
          </p:cNvSpPr>
          <p:nvPr>
            <p:ph type="body" idx="4"/>
          </p:nvPr>
        </p:nvSpPr>
        <p:spPr>
          <a:xfrm>
            <a:off x="214992" y="3900752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3" name="Google Shape;863;p76"/>
          <p:cNvSpPr txBox="1">
            <a:spLocks noGrp="1"/>
          </p:cNvSpPr>
          <p:nvPr>
            <p:ph type="body" idx="5"/>
          </p:nvPr>
        </p:nvSpPr>
        <p:spPr>
          <a:xfrm>
            <a:off x="192085" y="4785404"/>
            <a:ext cx="2594967" cy="8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4" name="Google Shape;864;p76"/>
          <p:cNvSpPr txBox="1">
            <a:spLocks noGrp="1"/>
          </p:cNvSpPr>
          <p:nvPr>
            <p:ph type="body" idx="6"/>
          </p:nvPr>
        </p:nvSpPr>
        <p:spPr>
          <a:xfrm>
            <a:off x="3826354" y="4770332"/>
            <a:ext cx="2038648" cy="80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65" name="Google Shape;865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5535" y="4320466"/>
            <a:ext cx="1360369" cy="745938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76"/>
          <p:cNvSpPr txBox="1">
            <a:spLocks noGrp="1"/>
          </p:cNvSpPr>
          <p:nvPr>
            <p:ph type="ctrTitle"/>
          </p:nvPr>
        </p:nvSpPr>
        <p:spPr>
          <a:xfrm>
            <a:off x="3826354" y="2518173"/>
            <a:ext cx="5077858" cy="1293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0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 кластерами - Заголовок 4 строки">
  <p:cSld name="Титульный с кластерами - Заголовок 4 строки 2"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Google Shape;868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8547610" cy="4809974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7"/>
          <p:cNvSpPr txBox="1">
            <a:spLocks noGrp="1"/>
          </p:cNvSpPr>
          <p:nvPr>
            <p:ph type="subTitle" idx="1"/>
          </p:nvPr>
        </p:nvSpPr>
        <p:spPr>
          <a:xfrm>
            <a:off x="192383" y="4660387"/>
            <a:ext cx="259467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0" name="Google Shape;870;p77"/>
          <p:cNvSpPr txBox="1">
            <a:spLocks noGrp="1"/>
          </p:cNvSpPr>
          <p:nvPr>
            <p:ph type="body" idx="2"/>
          </p:nvPr>
        </p:nvSpPr>
        <p:spPr>
          <a:xfrm>
            <a:off x="214992" y="4320466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1" name="Google Shape;871;p77"/>
          <p:cNvSpPr txBox="1">
            <a:spLocks noGrp="1"/>
          </p:cNvSpPr>
          <p:nvPr>
            <p:ph type="body" idx="3"/>
          </p:nvPr>
        </p:nvSpPr>
        <p:spPr>
          <a:xfrm>
            <a:off x="214992" y="4192904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2" name="Google Shape;872;p77"/>
          <p:cNvSpPr txBox="1">
            <a:spLocks noGrp="1"/>
          </p:cNvSpPr>
          <p:nvPr>
            <p:ph type="body" idx="4"/>
          </p:nvPr>
        </p:nvSpPr>
        <p:spPr>
          <a:xfrm>
            <a:off x="214992" y="3900752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3" name="Google Shape;873;p77"/>
          <p:cNvSpPr txBox="1">
            <a:spLocks noGrp="1"/>
          </p:cNvSpPr>
          <p:nvPr>
            <p:ph type="body" idx="5"/>
          </p:nvPr>
        </p:nvSpPr>
        <p:spPr>
          <a:xfrm>
            <a:off x="192085" y="4785404"/>
            <a:ext cx="2594967" cy="8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4" name="Google Shape;874;p77"/>
          <p:cNvSpPr txBox="1">
            <a:spLocks noGrp="1"/>
          </p:cNvSpPr>
          <p:nvPr>
            <p:ph type="body" idx="6"/>
          </p:nvPr>
        </p:nvSpPr>
        <p:spPr>
          <a:xfrm>
            <a:off x="3826354" y="4770332"/>
            <a:ext cx="2038648" cy="80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Noto Sans Symbols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75" name="Google Shape;875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5535" y="4320466"/>
            <a:ext cx="1360369" cy="745938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77"/>
          <p:cNvSpPr txBox="1">
            <a:spLocks noGrp="1"/>
          </p:cNvSpPr>
          <p:nvPr>
            <p:ph type="ctrTitle"/>
          </p:nvPr>
        </p:nvSpPr>
        <p:spPr>
          <a:xfrm>
            <a:off x="3826354" y="2518173"/>
            <a:ext cx="5077858" cy="1293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0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 фото и визой руководителя">
  <p:cSld name="Титульный с фото и визой руководителя"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8" name="Google Shape;878;p78"/>
          <p:cNvPicPr preferRelativeResize="0"/>
          <p:nvPr/>
        </p:nvPicPr>
        <p:blipFill rotWithShape="1">
          <a:blip r:embed="rId2">
            <a:alphaModFix/>
          </a:blip>
          <a:srcRect t="-1"/>
          <a:stretch/>
        </p:blipFill>
        <p:spPr>
          <a:xfrm>
            <a:off x="-4776" y="571"/>
            <a:ext cx="7454700" cy="3642952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78"/>
          <p:cNvSpPr txBox="1">
            <a:spLocks noGrp="1"/>
          </p:cNvSpPr>
          <p:nvPr>
            <p:ph type="subTitle" idx="1"/>
          </p:nvPr>
        </p:nvSpPr>
        <p:spPr>
          <a:xfrm>
            <a:off x="192383" y="4660387"/>
            <a:ext cx="259467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0" name="Google Shape;880;p78"/>
          <p:cNvSpPr txBox="1">
            <a:spLocks noGrp="1"/>
          </p:cNvSpPr>
          <p:nvPr>
            <p:ph type="body" idx="2"/>
          </p:nvPr>
        </p:nvSpPr>
        <p:spPr>
          <a:xfrm>
            <a:off x="214992" y="4320466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1" name="Google Shape;881;p78"/>
          <p:cNvSpPr txBox="1">
            <a:spLocks noGrp="1"/>
          </p:cNvSpPr>
          <p:nvPr>
            <p:ph type="body" idx="3"/>
          </p:nvPr>
        </p:nvSpPr>
        <p:spPr>
          <a:xfrm>
            <a:off x="214992" y="4192904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2" name="Google Shape;882;p78"/>
          <p:cNvSpPr txBox="1">
            <a:spLocks noGrp="1"/>
          </p:cNvSpPr>
          <p:nvPr>
            <p:ph type="body" idx="4"/>
          </p:nvPr>
        </p:nvSpPr>
        <p:spPr>
          <a:xfrm>
            <a:off x="214992" y="3900752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3" name="Google Shape;883;p78"/>
          <p:cNvSpPr txBox="1">
            <a:spLocks noGrp="1"/>
          </p:cNvSpPr>
          <p:nvPr>
            <p:ph type="body" idx="5"/>
          </p:nvPr>
        </p:nvSpPr>
        <p:spPr>
          <a:xfrm>
            <a:off x="192085" y="4785404"/>
            <a:ext cx="2594967" cy="8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4" name="Google Shape;884;p78"/>
          <p:cNvSpPr txBox="1">
            <a:spLocks noGrp="1"/>
          </p:cNvSpPr>
          <p:nvPr>
            <p:ph type="body" idx="6"/>
          </p:nvPr>
        </p:nvSpPr>
        <p:spPr>
          <a:xfrm>
            <a:off x="3851111" y="4706755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5" name="Google Shape;885;p78"/>
          <p:cNvSpPr txBox="1">
            <a:spLocks noGrp="1"/>
          </p:cNvSpPr>
          <p:nvPr>
            <p:ph type="body" idx="7"/>
          </p:nvPr>
        </p:nvSpPr>
        <p:spPr>
          <a:xfrm>
            <a:off x="3851111" y="4320466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6" name="Google Shape;886;p78"/>
          <p:cNvSpPr txBox="1">
            <a:spLocks noGrp="1"/>
          </p:cNvSpPr>
          <p:nvPr>
            <p:ph type="body" idx="8"/>
          </p:nvPr>
        </p:nvSpPr>
        <p:spPr>
          <a:xfrm>
            <a:off x="3851111" y="4192904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7" name="Google Shape;887;p78"/>
          <p:cNvSpPr txBox="1">
            <a:spLocks noGrp="1"/>
          </p:cNvSpPr>
          <p:nvPr>
            <p:ph type="body" idx="9"/>
          </p:nvPr>
        </p:nvSpPr>
        <p:spPr>
          <a:xfrm>
            <a:off x="3851111" y="3900752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88" name="Google Shape;888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5535" y="4320466"/>
            <a:ext cx="1360369" cy="745938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78"/>
          <p:cNvSpPr txBox="1">
            <a:spLocks noGrp="1"/>
          </p:cNvSpPr>
          <p:nvPr>
            <p:ph type="ctrTitle"/>
          </p:nvPr>
        </p:nvSpPr>
        <p:spPr>
          <a:xfrm>
            <a:off x="3816038" y="2580628"/>
            <a:ext cx="5076740" cy="1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0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cxnSp>
        <p:nvCxnSpPr>
          <p:cNvPr id="890" name="Google Shape;890;p78"/>
          <p:cNvCxnSpPr/>
          <p:nvPr/>
        </p:nvCxnSpPr>
        <p:spPr>
          <a:xfrm>
            <a:off x="3896916" y="4646898"/>
            <a:ext cx="1339454" cy="0"/>
          </a:xfrm>
          <a:prstGeom prst="straightConnector1">
            <a:avLst/>
          </a:prstGeom>
          <a:noFill/>
          <a:ln w="12700" cap="flat" cmpd="sng">
            <a:solidFill>
              <a:srgbClr val="7E7E7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 фото и визой руководителя">
  <p:cSld name="Титульный с фото и визой руководителя 2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2" name="Google Shape;892;p79"/>
          <p:cNvPicPr preferRelativeResize="0"/>
          <p:nvPr/>
        </p:nvPicPr>
        <p:blipFill rotWithShape="1">
          <a:blip r:embed="rId2">
            <a:alphaModFix/>
          </a:blip>
          <a:srcRect t="-1"/>
          <a:stretch/>
        </p:blipFill>
        <p:spPr>
          <a:xfrm>
            <a:off x="-4776" y="571"/>
            <a:ext cx="7454700" cy="3642952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79"/>
          <p:cNvSpPr txBox="1">
            <a:spLocks noGrp="1"/>
          </p:cNvSpPr>
          <p:nvPr>
            <p:ph type="subTitle" idx="1"/>
          </p:nvPr>
        </p:nvSpPr>
        <p:spPr>
          <a:xfrm>
            <a:off x="192383" y="4660387"/>
            <a:ext cx="259467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4" name="Google Shape;894;p79"/>
          <p:cNvSpPr txBox="1">
            <a:spLocks noGrp="1"/>
          </p:cNvSpPr>
          <p:nvPr>
            <p:ph type="body" idx="2"/>
          </p:nvPr>
        </p:nvSpPr>
        <p:spPr>
          <a:xfrm>
            <a:off x="214992" y="4320466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5" name="Google Shape;895;p79"/>
          <p:cNvSpPr txBox="1">
            <a:spLocks noGrp="1"/>
          </p:cNvSpPr>
          <p:nvPr>
            <p:ph type="body" idx="3"/>
          </p:nvPr>
        </p:nvSpPr>
        <p:spPr>
          <a:xfrm>
            <a:off x="214992" y="4192904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6" name="Google Shape;896;p79"/>
          <p:cNvSpPr txBox="1">
            <a:spLocks noGrp="1"/>
          </p:cNvSpPr>
          <p:nvPr>
            <p:ph type="body" idx="4"/>
          </p:nvPr>
        </p:nvSpPr>
        <p:spPr>
          <a:xfrm>
            <a:off x="214992" y="3900752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7" name="Google Shape;897;p79"/>
          <p:cNvSpPr txBox="1">
            <a:spLocks noGrp="1"/>
          </p:cNvSpPr>
          <p:nvPr>
            <p:ph type="body" idx="5"/>
          </p:nvPr>
        </p:nvSpPr>
        <p:spPr>
          <a:xfrm>
            <a:off x="192085" y="4785404"/>
            <a:ext cx="2594967" cy="8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8" name="Google Shape;898;p79"/>
          <p:cNvSpPr txBox="1">
            <a:spLocks noGrp="1"/>
          </p:cNvSpPr>
          <p:nvPr>
            <p:ph type="body" idx="6"/>
          </p:nvPr>
        </p:nvSpPr>
        <p:spPr>
          <a:xfrm>
            <a:off x="3851111" y="4706755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9" name="Google Shape;899;p79"/>
          <p:cNvSpPr txBox="1">
            <a:spLocks noGrp="1"/>
          </p:cNvSpPr>
          <p:nvPr>
            <p:ph type="body" idx="7"/>
          </p:nvPr>
        </p:nvSpPr>
        <p:spPr>
          <a:xfrm>
            <a:off x="3851111" y="4320466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0" name="Google Shape;900;p79"/>
          <p:cNvSpPr txBox="1">
            <a:spLocks noGrp="1"/>
          </p:cNvSpPr>
          <p:nvPr>
            <p:ph type="body" idx="8"/>
          </p:nvPr>
        </p:nvSpPr>
        <p:spPr>
          <a:xfrm>
            <a:off x="3851111" y="4192904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1" name="Google Shape;901;p79"/>
          <p:cNvSpPr txBox="1">
            <a:spLocks noGrp="1"/>
          </p:cNvSpPr>
          <p:nvPr>
            <p:ph type="body" idx="9"/>
          </p:nvPr>
        </p:nvSpPr>
        <p:spPr>
          <a:xfrm>
            <a:off x="3851111" y="3900752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02" name="Google Shape;902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5535" y="4320466"/>
            <a:ext cx="1360369" cy="745938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9"/>
          <p:cNvSpPr txBox="1">
            <a:spLocks noGrp="1"/>
          </p:cNvSpPr>
          <p:nvPr>
            <p:ph type="ctrTitle"/>
          </p:nvPr>
        </p:nvSpPr>
        <p:spPr>
          <a:xfrm>
            <a:off x="3816038" y="2580628"/>
            <a:ext cx="5076740" cy="1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0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cxnSp>
        <p:nvCxnSpPr>
          <p:cNvPr id="904" name="Google Shape;904;p79"/>
          <p:cNvCxnSpPr/>
          <p:nvPr/>
        </p:nvCxnSpPr>
        <p:spPr>
          <a:xfrm>
            <a:off x="3896916" y="4646898"/>
            <a:ext cx="1339454" cy="0"/>
          </a:xfrm>
          <a:prstGeom prst="straightConnector1">
            <a:avLst/>
          </a:prstGeom>
          <a:noFill/>
          <a:ln w="12700" cap="flat" cmpd="sng">
            <a:solidFill>
              <a:srgbClr val="7E7E7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Заголовок 2 строки">
  <p:cSld name="Пустой слайд Заголовок 2 строки"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80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907" name="Google Shape;907;p80"/>
          <p:cNvSpPr txBox="1">
            <a:spLocks noGrp="1"/>
          </p:cNvSpPr>
          <p:nvPr>
            <p:ph type="body" idx="1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8" name="Google Shape;908;p80"/>
          <p:cNvSpPr txBox="1">
            <a:spLocks noGrp="1"/>
          </p:cNvSpPr>
          <p:nvPr>
            <p:ph type="body" idx="2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9" name="Google Shape;909;p80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Заголовок 3 строки">
  <p:cSld name="Пустой слайд Заголовок 3 строки"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81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912" name="Google Shape;912;p81"/>
          <p:cNvSpPr txBox="1">
            <a:spLocks noGrp="1"/>
          </p:cNvSpPr>
          <p:nvPr>
            <p:ph type="body" idx="1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3" name="Google Shape;913;p81"/>
          <p:cNvSpPr txBox="1">
            <a:spLocks noGrp="1"/>
          </p:cNvSpPr>
          <p:nvPr>
            <p:ph type="body" idx="2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4" name="Google Shape;914;p81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Заголовок 1 строка+надзаголовок">
  <p:cSld name="Пустой слайд Заголовок 1 строка+надзаголовок"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82"/>
          <p:cNvSpPr txBox="1">
            <a:spLocks noGrp="1"/>
          </p:cNvSpPr>
          <p:nvPr>
            <p:ph type="title"/>
          </p:nvPr>
        </p:nvSpPr>
        <p:spPr>
          <a:xfrm>
            <a:off x="181065" y="485839"/>
            <a:ext cx="6524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917" name="Google Shape;917;p82"/>
          <p:cNvSpPr txBox="1">
            <a:spLocks noGrp="1"/>
          </p:cNvSpPr>
          <p:nvPr>
            <p:ph type="body" idx="1"/>
          </p:nvPr>
        </p:nvSpPr>
        <p:spPr>
          <a:xfrm>
            <a:off x="183941" y="208196"/>
            <a:ext cx="6521659" cy="229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sz="11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8" name="Google Shape;918;p82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919" name="Google Shape;919;p82"/>
          <p:cNvSpPr txBox="1">
            <a:spLocks noGrp="1"/>
          </p:cNvSpPr>
          <p:nvPr>
            <p:ph type="body" idx="2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0" name="Google Shape;920;p82"/>
          <p:cNvSpPr txBox="1">
            <a:spLocks noGrp="1"/>
          </p:cNvSpPr>
          <p:nvPr>
            <p:ph type="body" idx="3"/>
          </p:nvPr>
        </p:nvSpPr>
        <p:spPr>
          <a:xfrm>
            <a:off x="6812756" y="212351"/>
            <a:ext cx="2147066" cy="27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1 строка">
  <p:cSld name="Разделительный 1 строка">
    <p:bg>
      <p:bgPr>
        <a:solidFill>
          <a:schemeClr val="lt1"/>
        </a:solidFill>
        <a:effectLst/>
      </p:bgPr>
    </p:bg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83"/>
          <p:cNvSpPr txBox="1">
            <a:spLocks noGrp="1"/>
          </p:cNvSpPr>
          <p:nvPr>
            <p:ph type="body" idx="1"/>
          </p:nvPr>
        </p:nvSpPr>
        <p:spPr>
          <a:xfrm>
            <a:off x="241353" y="1738030"/>
            <a:ext cx="1071563" cy="264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3" name="Google Shape;923;p83"/>
          <p:cNvSpPr txBox="1">
            <a:spLocks noGrp="1"/>
          </p:cNvSpPr>
          <p:nvPr>
            <p:ph type="body" idx="2"/>
          </p:nvPr>
        </p:nvSpPr>
        <p:spPr>
          <a:xfrm>
            <a:off x="241353" y="3065408"/>
            <a:ext cx="2601860" cy="16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4" name="Google Shape;924;p83"/>
          <p:cNvSpPr txBox="1">
            <a:spLocks noGrp="1"/>
          </p:cNvSpPr>
          <p:nvPr>
            <p:ph type="body" idx="3"/>
          </p:nvPr>
        </p:nvSpPr>
        <p:spPr>
          <a:xfrm>
            <a:off x="241352" y="2320251"/>
            <a:ext cx="8190614" cy="35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t" anchorCtr="0">
            <a:noAutofit/>
          </a:bodyPr>
          <a:lstStyle>
            <a:lvl1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Noto Sans Symbols"/>
              <a:buNone/>
              <a:defRPr sz="30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925" name="Google Shape;925;p83"/>
          <p:cNvCxnSpPr/>
          <p:nvPr/>
        </p:nvCxnSpPr>
        <p:spPr>
          <a:xfrm>
            <a:off x="251975" y="2220782"/>
            <a:ext cx="506903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6" name="Google Shape;926;p83"/>
          <p:cNvCxnSpPr/>
          <p:nvPr/>
        </p:nvCxnSpPr>
        <p:spPr>
          <a:xfrm>
            <a:off x="251975" y="2773804"/>
            <a:ext cx="506903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7" name="Google Shape;927;p83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2 строки">
  <p:cSld name="Разделительный 2 строки">
    <p:bg>
      <p:bgPr>
        <a:solidFill>
          <a:schemeClr val="lt1"/>
        </a:solidFill>
        <a:effectLst/>
      </p:bgPr>
    </p:bg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84"/>
          <p:cNvSpPr txBox="1">
            <a:spLocks noGrp="1"/>
          </p:cNvSpPr>
          <p:nvPr>
            <p:ph type="body" idx="1"/>
          </p:nvPr>
        </p:nvSpPr>
        <p:spPr>
          <a:xfrm>
            <a:off x="241353" y="1738030"/>
            <a:ext cx="1071563" cy="264319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4275" rIns="0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0" name="Google Shape;930;p84"/>
          <p:cNvSpPr txBox="1">
            <a:spLocks noGrp="1"/>
          </p:cNvSpPr>
          <p:nvPr>
            <p:ph type="body" idx="2"/>
          </p:nvPr>
        </p:nvSpPr>
        <p:spPr>
          <a:xfrm>
            <a:off x="241352" y="2320596"/>
            <a:ext cx="3664097" cy="706702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4275" rIns="0" bIns="34275" anchor="t" anchorCtr="0">
            <a:noAutofit/>
          </a:bodyPr>
          <a:lstStyle>
            <a:lvl1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Noto Sans Symbols"/>
              <a:buNone/>
              <a:defRPr sz="30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1" name="Google Shape;931;p84"/>
          <p:cNvSpPr txBox="1">
            <a:spLocks noGrp="1"/>
          </p:cNvSpPr>
          <p:nvPr>
            <p:ph type="body" idx="3"/>
          </p:nvPr>
        </p:nvSpPr>
        <p:spPr>
          <a:xfrm>
            <a:off x="241353" y="3555146"/>
            <a:ext cx="2601860" cy="161601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932" name="Google Shape;932;p84"/>
          <p:cNvCxnSpPr/>
          <p:nvPr/>
        </p:nvCxnSpPr>
        <p:spPr>
          <a:xfrm>
            <a:off x="241307" y="2137886"/>
            <a:ext cx="380177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3" name="Google Shape;933;p84"/>
          <p:cNvCxnSpPr/>
          <p:nvPr/>
        </p:nvCxnSpPr>
        <p:spPr>
          <a:xfrm>
            <a:off x="241307" y="3219450"/>
            <a:ext cx="380177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4" name="Google Shape;934;p84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2 строки и фото">
  <p:cSld name="Разделительный 2 строки и фото">
    <p:bg>
      <p:bgPr>
        <a:solidFill>
          <a:schemeClr val="lt1"/>
        </a:solidFill>
        <a:effectLst/>
      </p:bgPr>
    </p:bg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85"/>
          <p:cNvSpPr>
            <a:spLocks noGrp="1"/>
          </p:cNvSpPr>
          <p:nvPr>
            <p:ph type="pic" idx="2"/>
          </p:nvPr>
        </p:nvSpPr>
        <p:spPr>
          <a:xfrm>
            <a:off x="4391525" y="-4050"/>
            <a:ext cx="4752475" cy="5151600"/>
          </a:xfrm>
          <a:prstGeom prst="rect">
            <a:avLst/>
          </a:prstGeom>
          <a:noFill/>
          <a:ln>
            <a:noFill/>
          </a:ln>
        </p:spPr>
      </p:sp>
      <p:sp>
        <p:nvSpPr>
          <p:cNvPr id="937" name="Google Shape;937;p85"/>
          <p:cNvSpPr txBox="1">
            <a:spLocks noGrp="1"/>
          </p:cNvSpPr>
          <p:nvPr>
            <p:ph type="body" idx="1"/>
          </p:nvPr>
        </p:nvSpPr>
        <p:spPr>
          <a:xfrm>
            <a:off x="241353" y="1738030"/>
            <a:ext cx="1071563" cy="264319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4275" rIns="0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8" name="Google Shape;938;p85"/>
          <p:cNvSpPr txBox="1">
            <a:spLocks noGrp="1"/>
          </p:cNvSpPr>
          <p:nvPr>
            <p:ph type="body" idx="3"/>
          </p:nvPr>
        </p:nvSpPr>
        <p:spPr>
          <a:xfrm>
            <a:off x="241353" y="3555146"/>
            <a:ext cx="2601860" cy="161601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939" name="Google Shape;939;p85"/>
          <p:cNvCxnSpPr/>
          <p:nvPr/>
        </p:nvCxnSpPr>
        <p:spPr>
          <a:xfrm>
            <a:off x="241307" y="2137886"/>
            <a:ext cx="380177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0" name="Google Shape;940;p85"/>
          <p:cNvCxnSpPr/>
          <p:nvPr/>
        </p:nvCxnSpPr>
        <p:spPr>
          <a:xfrm>
            <a:off x="241307" y="3219450"/>
            <a:ext cx="380177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1" name="Google Shape;941;p85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942" name="Google Shape;942;p85"/>
          <p:cNvSpPr txBox="1">
            <a:spLocks noGrp="1"/>
          </p:cNvSpPr>
          <p:nvPr>
            <p:ph type="body" idx="4"/>
          </p:nvPr>
        </p:nvSpPr>
        <p:spPr>
          <a:xfrm>
            <a:off x="241352" y="2320596"/>
            <a:ext cx="3534157" cy="706702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4275" rIns="0" bIns="34275" anchor="t" anchorCtr="0">
            <a:noAutofit/>
          </a:bodyPr>
          <a:lstStyle>
            <a:lvl1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Noto Sans Symbols"/>
              <a:buNone/>
              <a:defRPr sz="30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Контакты">
  <p:cSld name="Контакты">
    <p:bg>
      <p:bgPr>
        <a:solidFill>
          <a:schemeClr val="lt1"/>
        </a:solidFill>
        <a:effectLst/>
      </p:bgPr>
    </p:bg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86"/>
          <p:cNvSpPr txBox="1">
            <a:spLocks noGrp="1"/>
          </p:cNvSpPr>
          <p:nvPr>
            <p:ph type="body" idx="1"/>
          </p:nvPr>
        </p:nvSpPr>
        <p:spPr>
          <a:xfrm>
            <a:off x="241353" y="3065408"/>
            <a:ext cx="2601860" cy="161601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5" name="Google Shape;945;p86"/>
          <p:cNvSpPr txBox="1">
            <a:spLocks noGrp="1"/>
          </p:cNvSpPr>
          <p:nvPr>
            <p:ph type="body" idx="2"/>
          </p:nvPr>
        </p:nvSpPr>
        <p:spPr>
          <a:xfrm>
            <a:off x="241352" y="2320251"/>
            <a:ext cx="8190614" cy="354084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4275" rIns="0" bIns="34275" anchor="t" anchorCtr="0">
            <a:noAutofit/>
          </a:bodyPr>
          <a:lstStyle>
            <a:lvl1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Noto Sans Symbols"/>
              <a:buNone/>
              <a:defRPr sz="30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946" name="Google Shape;946;p86"/>
          <p:cNvCxnSpPr/>
          <p:nvPr/>
        </p:nvCxnSpPr>
        <p:spPr>
          <a:xfrm>
            <a:off x="251975" y="2220782"/>
            <a:ext cx="506903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7" name="Google Shape;947;p86"/>
          <p:cNvCxnSpPr/>
          <p:nvPr/>
        </p:nvCxnSpPr>
        <p:spPr>
          <a:xfrm>
            <a:off x="251975" y="2773804"/>
            <a:ext cx="506903" cy="0"/>
          </a:xfrm>
          <a:prstGeom prst="straightConnector1">
            <a:avLst/>
          </a:prstGeom>
          <a:noFill/>
          <a:ln w="5715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8" name="Google Shape;948;p86"/>
          <p:cNvSpPr txBox="1">
            <a:spLocks noGrp="1"/>
          </p:cNvSpPr>
          <p:nvPr>
            <p:ph type="body" idx="3"/>
          </p:nvPr>
        </p:nvSpPr>
        <p:spPr>
          <a:xfrm>
            <a:off x="206785" y="3616000"/>
            <a:ext cx="3803602" cy="81000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9" name="Google Shape;949;p86"/>
          <p:cNvSpPr txBox="1">
            <a:spLocks noGrp="1"/>
          </p:cNvSpPr>
          <p:nvPr>
            <p:ph type="body" idx="4"/>
          </p:nvPr>
        </p:nvSpPr>
        <p:spPr>
          <a:xfrm>
            <a:off x="199249" y="3999265"/>
            <a:ext cx="3803602" cy="81000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0" name="Google Shape;950;p86"/>
          <p:cNvSpPr txBox="1">
            <a:spLocks noGrp="1"/>
          </p:cNvSpPr>
          <p:nvPr>
            <p:ph type="body" idx="5"/>
          </p:nvPr>
        </p:nvSpPr>
        <p:spPr>
          <a:xfrm>
            <a:off x="208046" y="4196153"/>
            <a:ext cx="3803602" cy="21331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1" name="Google Shape;951;p86"/>
          <p:cNvSpPr txBox="1">
            <a:spLocks noGrp="1"/>
          </p:cNvSpPr>
          <p:nvPr>
            <p:ph type="body" idx="6"/>
          </p:nvPr>
        </p:nvSpPr>
        <p:spPr>
          <a:xfrm>
            <a:off x="207601" y="3797043"/>
            <a:ext cx="3457820" cy="81000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2" name="Google Shape;952;p86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за внимание">
  <p:cSld name="Спасибо за внимание">
    <p:bg>
      <p:bgPr>
        <a:solidFill>
          <a:schemeClr val="lt1"/>
        </a:solidFill>
        <a:effectLst/>
      </p:bgPr>
    </p:bg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87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модуля Заливка">
  <p:cSld name="2 модуля Заливка"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88"/>
          <p:cNvSpPr/>
          <p:nvPr/>
        </p:nvSpPr>
        <p:spPr>
          <a:xfrm>
            <a:off x="4624684" y="1332293"/>
            <a:ext cx="426809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88"/>
          <p:cNvSpPr/>
          <p:nvPr/>
        </p:nvSpPr>
        <p:spPr>
          <a:xfrm>
            <a:off x="4624684" y="846293"/>
            <a:ext cx="426809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88"/>
          <p:cNvSpPr txBox="1">
            <a:spLocks noGrp="1"/>
          </p:cNvSpPr>
          <p:nvPr>
            <p:ph type="body" idx="1"/>
          </p:nvPr>
        </p:nvSpPr>
        <p:spPr>
          <a:xfrm>
            <a:off x="4667097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9" name="Google Shape;959;p88"/>
          <p:cNvSpPr txBox="1">
            <a:spLocks noGrp="1"/>
          </p:cNvSpPr>
          <p:nvPr>
            <p:ph type="body" idx="2"/>
          </p:nvPr>
        </p:nvSpPr>
        <p:spPr>
          <a:xfrm>
            <a:off x="4667097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0" name="Google Shape;960;p88"/>
          <p:cNvSpPr txBox="1">
            <a:spLocks noGrp="1"/>
          </p:cNvSpPr>
          <p:nvPr>
            <p:ph type="body" idx="3"/>
          </p:nvPr>
        </p:nvSpPr>
        <p:spPr>
          <a:xfrm>
            <a:off x="4633667" y="846535"/>
            <a:ext cx="425655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1" name="Google Shape;961;p88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962" name="Google Shape;962;p88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963" name="Google Shape;963;p88"/>
          <p:cNvSpPr/>
          <p:nvPr/>
        </p:nvSpPr>
        <p:spPr>
          <a:xfrm>
            <a:off x="251222" y="1335686"/>
            <a:ext cx="426809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88"/>
          <p:cNvSpPr/>
          <p:nvPr/>
        </p:nvSpPr>
        <p:spPr>
          <a:xfrm>
            <a:off x="251222" y="849686"/>
            <a:ext cx="426809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88"/>
          <p:cNvSpPr txBox="1">
            <a:spLocks noGrp="1"/>
          </p:cNvSpPr>
          <p:nvPr>
            <p:ph type="body" idx="4"/>
          </p:nvPr>
        </p:nvSpPr>
        <p:spPr>
          <a:xfrm>
            <a:off x="293635" y="1387645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6" name="Google Shape;966;p88"/>
          <p:cNvSpPr txBox="1">
            <a:spLocks noGrp="1"/>
          </p:cNvSpPr>
          <p:nvPr>
            <p:ph type="body" idx="5"/>
          </p:nvPr>
        </p:nvSpPr>
        <p:spPr>
          <a:xfrm>
            <a:off x="293635" y="1606313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7" name="Google Shape;967;p88"/>
          <p:cNvSpPr txBox="1">
            <a:spLocks noGrp="1"/>
          </p:cNvSpPr>
          <p:nvPr>
            <p:ph type="body" idx="6"/>
          </p:nvPr>
        </p:nvSpPr>
        <p:spPr>
          <a:xfrm>
            <a:off x="260204" y="849928"/>
            <a:ext cx="425655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8" name="Google Shape;968;p88"/>
          <p:cNvSpPr txBox="1">
            <a:spLocks noGrp="1"/>
          </p:cNvSpPr>
          <p:nvPr>
            <p:ph type="body" idx="7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9" name="Google Shape;969;p88"/>
          <p:cNvSpPr txBox="1">
            <a:spLocks noGrp="1"/>
          </p:cNvSpPr>
          <p:nvPr>
            <p:ph type="body" idx="8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модуля Заливка">
  <p:cSld name="3 модуля Заливка"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9"/>
          <p:cNvSpPr/>
          <p:nvPr/>
        </p:nvSpPr>
        <p:spPr>
          <a:xfrm>
            <a:off x="253781" y="1332293"/>
            <a:ext cx="2806126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89"/>
          <p:cNvSpPr/>
          <p:nvPr/>
        </p:nvSpPr>
        <p:spPr>
          <a:xfrm>
            <a:off x="253781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89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4" name="Google Shape;974;p89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2682455" cy="304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5" name="Google Shape;975;p89"/>
          <p:cNvSpPr txBox="1">
            <a:spLocks noGrp="1"/>
          </p:cNvSpPr>
          <p:nvPr>
            <p:ph type="body" idx="3"/>
          </p:nvPr>
        </p:nvSpPr>
        <p:spPr>
          <a:xfrm>
            <a:off x="253603" y="846293"/>
            <a:ext cx="2806168" cy="48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6" name="Google Shape;976;p89"/>
          <p:cNvSpPr/>
          <p:nvPr/>
        </p:nvSpPr>
        <p:spPr>
          <a:xfrm>
            <a:off x="3167015" y="1332293"/>
            <a:ext cx="2806126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89"/>
          <p:cNvSpPr/>
          <p:nvPr/>
        </p:nvSpPr>
        <p:spPr>
          <a:xfrm>
            <a:off x="3167015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89"/>
          <p:cNvSpPr txBox="1">
            <a:spLocks noGrp="1"/>
          </p:cNvSpPr>
          <p:nvPr>
            <p:ph type="body" idx="4"/>
          </p:nvPr>
        </p:nvSpPr>
        <p:spPr>
          <a:xfrm>
            <a:off x="3209427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9" name="Google Shape;979;p89"/>
          <p:cNvSpPr txBox="1">
            <a:spLocks noGrp="1"/>
          </p:cNvSpPr>
          <p:nvPr>
            <p:ph type="body" idx="5"/>
          </p:nvPr>
        </p:nvSpPr>
        <p:spPr>
          <a:xfrm>
            <a:off x="3209427" y="1602920"/>
            <a:ext cx="2682455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0" name="Google Shape;980;p89"/>
          <p:cNvSpPr txBox="1">
            <a:spLocks noGrp="1"/>
          </p:cNvSpPr>
          <p:nvPr>
            <p:ph type="body" idx="6"/>
          </p:nvPr>
        </p:nvSpPr>
        <p:spPr>
          <a:xfrm>
            <a:off x="3166838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1" name="Google Shape;981;p89"/>
          <p:cNvSpPr/>
          <p:nvPr/>
        </p:nvSpPr>
        <p:spPr>
          <a:xfrm>
            <a:off x="6085108" y="1332293"/>
            <a:ext cx="2806126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89"/>
          <p:cNvSpPr/>
          <p:nvPr/>
        </p:nvSpPr>
        <p:spPr>
          <a:xfrm>
            <a:off x="6085108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89"/>
          <p:cNvSpPr txBox="1">
            <a:spLocks noGrp="1"/>
          </p:cNvSpPr>
          <p:nvPr>
            <p:ph type="body" idx="7"/>
          </p:nvPr>
        </p:nvSpPr>
        <p:spPr>
          <a:xfrm>
            <a:off x="6127520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4" name="Google Shape;984;p89"/>
          <p:cNvSpPr txBox="1">
            <a:spLocks noGrp="1"/>
          </p:cNvSpPr>
          <p:nvPr>
            <p:ph type="body" idx="8"/>
          </p:nvPr>
        </p:nvSpPr>
        <p:spPr>
          <a:xfrm>
            <a:off x="6127520" y="1602920"/>
            <a:ext cx="2682455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5" name="Google Shape;985;p89"/>
          <p:cNvSpPr txBox="1">
            <a:spLocks noGrp="1"/>
          </p:cNvSpPr>
          <p:nvPr>
            <p:ph type="body" idx="9"/>
          </p:nvPr>
        </p:nvSpPr>
        <p:spPr>
          <a:xfrm>
            <a:off x="6084931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6" name="Google Shape;986;p89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987" name="Google Shape;987;p89"/>
          <p:cNvSpPr txBox="1">
            <a:spLocks noGrp="1"/>
          </p:cNvSpPr>
          <p:nvPr>
            <p:ph type="body" idx="13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8" name="Google Shape;988;p89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989" name="Google Shape;989;p89"/>
          <p:cNvSpPr txBox="1">
            <a:spLocks noGrp="1"/>
          </p:cNvSpPr>
          <p:nvPr>
            <p:ph type="body" idx="14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модуля Заливка">
  <p:cSld name="4 модуля Заливка"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90"/>
          <p:cNvSpPr/>
          <p:nvPr/>
        </p:nvSpPr>
        <p:spPr>
          <a:xfrm>
            <a:off x="253635" y="1332293"/>
            <a:ext cx="207746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90"/>
          <p:cNvSpPr/>
          <p:nvPr/>
        </p:nvSpPr>
        <p:spPr>
          <a:xfrm>
            <a:off x="253781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90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4" name="Google Shape;994;p90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1985906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5" name="Google Shape;995;p90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996" name="Google Shape;996;p90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7" name="Google Shape;997;p90"/>
          <p:cNvSpPr/>
          <p:nvPr/>
        </p:nvSpPr>
        <p:spPr>
          <a:xfrm>
            <a:off x="2441747" y="1332293"/>
            <a:ext cx="207746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90"/>
          <p:cNvSpPr/>
          <p:nvPr/>
        </p:nvSpPr>
        <p:spPr>
          <a:xfrm>
            <a:off x="2441747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90"/>
          <p:cNvSpPr txBox="1">
            <a:spLocks noGrp="1"/>
          </p:cNvSpPr>
          <p:nvPr>
            <p:ph type="body" idx="4"/>
          </p:nvPr>
        </p:nvSpPr>
        <p:spPr>
          <a:xfrm>
            <a:off x="2484158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0" name="Google Shape;1000;p90"/>
          <p:cNvSpPr txBox="1">
            <a:spLocks noGrp="1"/>
          </p:cNvSpPr>
          <p:nvPr>
            <p:ph type="body" idx="5"/>
          </p:nvPr>
        </p:nvSpPr>
        <p:spPr>
          <a:xfrm>
            <a:off x="2484158" y="1602920"/>
            <a:ext cx="1985906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1" name="Google Shape;1001;p90"/>
          <p:cNvSpPr txBox="1">
            <a:spLocks noGrp="1"/>
          </p:cNvSpPr>
          <p:nvPr>
            <p:ph type="body" idx="6"/>
          </p:nvPr>
        </p:nvSpPr>
        <p:spPr>
          <a:xfrm>
            <a:off x="2441570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2" name="Google Shape;1002;p90"/>
          <p:cNvSpPr/>
          <p:nvPr/>
        </p:nvSpPr>
        <p:spPr>
          <a:xfrm>
            <a:off x="4631471" y="1332293"/>
            <a:ext cx="207746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90"/>
          <p:cNvSpPr/>
          <p:nvPr/>
        </p:nvSpPr>
        <p:spPr>
          <a:xfrm>
            <a:off x="4631471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90"/>
          <p:cNvSpPr txBox="1">
            <a:spLocks noGrp="1"/>
          </p:cNvSpPr>
          <p:nvPr>
            <p:ph type="body" idx="7"/>
          </p:nvPr>
        </p:nvSpPr>
        <p:spPr>
          <a:xfrm>
            <a:off x="4673882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5" name="Google Shape;1005;p90"/>
          <p:cNvSpPr txBox="1">
            <a:spLocks noGrp="1"/>
          </p:cNvSpPr>
          <p:nvPr>
            <p:ph type="body" idx="8"/>
          </p:nvPr>
        </p:nvSpPr>
        <p:spPr>
          <a:xfrm>
            <a:off x="4673882" y="1602920"/>
            <a:ext cx="1985906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6" name="Google Shape;1006;p90"/>
          <p:cNvSpPr txBox="1">
            <a:spLocks noGrp="1"/>
          </p:cNvSpPr>
          <p:nvPr>
            <p:ph type="body" idx="9"/>
          </p:nvPr>
        </p:nvSpPr>
        <p:spPr>
          <a:xfrm>
            <a:off x="4631294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7" name="Google Shape;1007;p90"/>
          <p:cNvSpPr/>
          <p:nvPr/>
        </p:nvSpPr>
        <p:spPr>
          <a:xfrm>
            <a:off x="6812756" y="1332293"/>
            <a:ext cx="207746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90"/>
          <p:cNvSpPr/>
          <p:nvPr/>
        </p:nvSpPr>
        <p:spPr>
          <a:xfrm>
            <a:off x="6812756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90"/>
          <p:cNvSpPr txBox="1">
            <a:spLocks noGrp="1"/>
          </p:cNvSpPr>
          <p:nvPr>
            <p:ph type="body" idx="13"/>
          </p:nvPr>
        </p:nvSpPr>
        <p:spPr>
          <a:xfrm>
            <a:off x="6855168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0" name="Google Shape;1010;p90"/>
          <p:cNvSpPr txBox="1">
            <a:spLocks noGrp="1"/>
          </p:cNvSpPr>
          <p:nvPr>
            <p:ph type="body" idx="14"/>
          </p:nvPr>
        </p:nvSpPr>
        <p:spPr>
          <a:xfrm>
            <a:off x="6855168" y="1602920"/>
            <a:ext cx="1985906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1" name="Google Shape;1011;p90"/>
          <p:cNvSpPr txBox="1">
            <a:spLocks noGrp="1"/>
          </p:cNvSpPr>
          <p:nvPr>
            <p:ph type="body" idx="15"/>
          </p:nvPr>
        </p:nvSpPr>
        <p:spPr>
          <a:xfrm>
            <a:off x="6812580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2" name="Google Shape;1012;p90"/>
          <p:cNvSpPr txBox="1">
            <a:spLocks noGrp="1"/>
          </p:cNvSpPr>
          <p:nvPr>
            <p:ph type="body" idx="16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3" name="Google Shape;1013;p90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014" name="Google Shape;1014;p90"/>
          <p:cNvSpPr txBox="1">
            <a:spLocks noGrp="1"/>
          </p:cNvSpPr>
          <p:nvPr>
            <p:ph type="body" idx="17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широких модуля Заливка">
  <p:cSld name="4 широких модуля Заливка"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91"/>
          <p:cNvSpPr/>
          <p:nvPr/>
        </p:nvSpPr>
        <p:spPr>
          <a:xfrm>
            <a:off x="253781" y="1332293"/>
            <a:ext cx="4263564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91"/>
          <p:cNvSpPr/>
          <p:nvPr/>
        </p:nvSpPr>
        <p:spPr>
          <a:xfrm>
            <a:off x="253781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91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9" name="Google Shape;1019;p91"/>
          <p:cNvSpPr txBox="1">
            <a:spLocks noGrp="1"/>
          </p:cNvSpPr>
          <p:nvPr>
            <p:ph type="body" idx="2"/>
          </p:nvPr>
        </p:nvSpPr>
        <p:spPr>
          <a:xfrm>
            <a:off x="296192" y="1602921"/>
            <a:ext cx="4075661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0" name="Google Shape;1020;p91"/>
          <p:cNvSpPr/>
          <p:nvPr/>
        </p:nvSpPr>
        <p:spPr>
          <a:xfrm>
            <a:off x="4628149" y="1332293"/>
            <a:ext cx="4263564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91"/>
          <p:cNvSpPr/>
          <p:nvPr/>
        </p:nvSpPr>
        <p:spPr>
          <a:xfrm>
            <a:off x="4628149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91"/>
          <p:cNvSpPr txBox="1">
            <a:spLocks noGrp="1"/>
          </p:cNvSpPr>
          <p:nvPr>
            <p:ph type="body" idx="3"/>
          </p:nvPr>
        </p:nvSpPr>
        <p:spPr>
          <a:xfrm>
            <a:off x="4670561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3" name="Google Shape;1023;p91"/>
          <p:cNvSpPr txBox="1">
            <a:spLocks noGrp="1"/>
          </p:cNvSpPr>
          <p:nvPr>
            <p:ph type="body" idx="4"/>
          </p:nvPr>
        </p:nvSpPr>
        <p:spPr>
          <a:xfrm>
            <a:off x="4670561" y="1602921"/>
            <a:ext cx="4075661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4" name="Google Shape;1024;p91"/>
          <p:cNvSpPr txBox="1">
            <a:spLocks noGrp="1"/>
          </p:cNvSpPr>
          <p:nvPr>
            <p:ph type="body" idx="5"/>
          </p:nvPr>
        </p:nvSpPr>
        <p:spPr>
          <a:xfrm>
            <a:off x="253604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5" name="Google Shape;1025;p91"/>
          <p:cNvSpPr txBox="1">
            <a:spLocks noGrp="1"/>
          </p:cNvSpPr>
          <p:nvPr>
            <p:ph type="body" idx="6"/>
          </p:nvPr>
        </p:nvSpPr>
        <p:spPr>
          <a:xfrm>
            <a:off x="4637129" y="846535"/>
            <a:ext cx="425309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6" name="Google Shape;1026;p91"/>
          <p:cNvSpPr/>
          <p:nvPr/>
        </p:nvSpPr>
        <p:spPr>
          <a:xfrm>
            <a:off x="251222" y="3116257"/>
            <a:ext cx="4263564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91"/>
          <p:cNvSpPr/>
          <p:nvPr/>
        </p:nvSpPr>
        <p:spPr>
          <a:xfrm>
            <a:off x="251222" y="2630257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91"/>
          <p:cNvSpPr txBox="1">
            <a:spLocks noGrp="1"/>
          </p:cNvSpPr>
          <p:nvPr>
            <p:ph type="body" idx="7"/>
          </p:nvPr>
        </p:nvSpPr>
        <p:spPr>
          <a:xfrm>
            <a:off x="293634" y="3168216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9" name="Google Shape;1029;p91"/>
          <p:cNvSpPr txBox="1">
            <a:spLocks noGrp="1"/>
          </p:cNvSpPr>
          <p:nvPr>
            <p:ph type="body" idx="8"/>
          </p:nvPr>
        </p:nvSpPr>
        <p:spPr>
          <a:xfrm>
            <a:off x="293634" y="3386885"/>
            <a:ext cx="4075661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0" name="Google Shape;1030;p91"/>
          <p:cNvSpPr/>
          <p:nvPr/>
        </p:nvSpPr>
        <p:spPr>
          <a:xfrm>
            <a:off x="4625591" y="3116257"/>
            <a:ext cx="4263564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91"/>
          <p:cNvSpPr/>
          <p:nvPr/>
        </p:nvSpPr>
        <p:spPr>
          <a:xfrm>
            <a:off x="4625591" y="2630257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91"/>
          <p:cNvSpPr txBox="1">
            <a:spLocks noGrp="1"/>
          </p:cNvSpPr>
          <p:nvPr>
            <p:ph type="body" idx="9"/>
          </p:nvPr>
        </p:nvSpPr>
        <p:spPr>
          <a:xfrm>
            <a:off x="4668002" y="3168216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3" name="Google Shape;1033;p91"/>
          <p:cNvSpPr txBox="1">
            <a:spLocks noGrp="1"/>
          </p:cNvSpPr>
          <p:nvPr>
            <p:ph type="body" idx="13"/>
          </p:nvPr>
        </p:nvSpPr>
        <p:spPr>
          <a:xfrm>
            <a:off x="4668002" y="3386885"/>
            <a:ext cx="4075661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4" name="Google Shape;1034;p91"/>
          <p:cNvSpPr txBox="1">
            <a:spLocks noGrp="1"/>
          </p:cNvSpPr>
          <p:nvPr>
            <p:ph type="body" idx="14"/>
          </p:nvPr>
        </p:nvSpPr>
        <p:spPr>
          <a:xfrm>
            <a:off x="251045" y="2630499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5" name="Google Shape;1035;p91"/>
          <p:cNvSpPr txBox="1">
            <a:spLocks noGrp="1"/>
          </p:cNvSpPr>
          <p:nvPr>
            <p:ph type="body" idx="15"/>
          </p:nvPr>
        </p:nvSpPr>
        <p:spPr>
          <a:xfrm>
            <a:off x="4634571" y="2630499"/>
            <a:ext cx="425309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6" name="Google Shape;1036;p91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1037" name="Google Shape;1037;p91"/>
          <p:cNvSpPr txBox="1">
            <a:spLocks noGrp="1"/>
          </p:cNvSpPr>
          <p:nvPr>
            <p:ph type="body" idx="16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8" name="Google Shape;1038;p91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039" name="Google Shape;1039;p91"/>
          <p:cNvSpPr txBox="1">
            <a:spLocks noGrp="1"/>
          </p:cNvSpPr>
          <p:nvPr>
            <p:ph type="body" idx="17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модулей Заливка">
  <p:cSld name="6 модулей Заливка"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92"/>
          <p:cNvSpPr/>
          <p:nvPr/>
        </p:nvSpPr>
        <p:spPr>
          <a:xfrm>
            <a:off x="253781" y="1332293"/>
            <a:ext cx="2806126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92"/>
          <p:cNvSpPr/>
          <p:nvPr/>
        </p:nvSpPr>
        <p:spPr>
          <a:xfrm>
            <a:off x="253781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92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4" name="Google Shape;1044;p92"/>
          <p:cNvSpPr txBox="1">
            <a:spLocks noGrp="1"/>
          </p:cNvSpPr>
          <p:nvPr>
            <p:ph type="body" idx="2"/>
          </p:nvPr>
        </p:nvSpPr>
        <p:spPr>
          <a:xfrm>
            <a:off x="296192" y="1602921"/>
            <a:ext cx="2682455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5" name="Google Shape;1045;p92"/>
          <p:cNvSpPr txBox="1">
            <a:spLocks noGrp="1"/>
          </p:cNvSpPr>
          <p:nvPr>
            <p:ph type="body" idx="3"/>
          </p:nvPr>
        </p:nvSpPr>
        <p:spPr>
          <a:xfrm>
            <a:off x="253603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6" name="Google Shape;1046;p92"/>
          <p:cNvSpPr/>
          <p:nvPr/>
        </p:nvSpPr>
        <p:spPr>
          <a:xfrm>
            <a:off x="251222" y="3116257"/>
            <a:ext cx="2806126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92"/>
          <p:cNvSpPr/>
          <p:nvPr/>
        </p:nvSpPr>
        <p:spPr>
          <a:xfrm>
            <a:off x="251222" y="2630257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92"/>
          <p:cNvSpPr txBox="1">
            <a:spLocks noGrp="1"/>
          </p:cNvSpPr>
          <p:nvPr>
            <p:ph type="body" idx="4"/>
          </p:nvPr>
        </p:nvSpPr>
        <p:spPr>
          <a:xfrm>
            <a:off x="293634" y="3168216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9" name="Google Shape;1049;p92"/>
          <p:cNvSpPr txBox="1">
            <a:spLocks noGrp="1"/>
          </p:cNvSpPr>
          <p:nvPr>
            <p:ph type="body" idx="5"/>
          </p:nvPr>
        </p:nvSpPr>
        <p:spPr>
          <a:xfrm>
            <a:off x="293634" y="3386885"/>
            <a:ext cx="2682455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0" name="Google Shape;1050;p92"/>
          <p:cNvSpPr txBox="1">
            <a:spLocks noGrp="1"/>
          </p:cNvSpPr>
          <p:nvPr>
            <p:ph type="body" idx="6"/>
          </p:nvPr>
        </p:nvSpPr>
        <p:spPr>
          <a:xfrm>
            <a:off x="251045" y="2630499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1" name="Google Shape;1051;p92"/>
          <p:cNvSpPr/>
          <p:nvPr/>
        </p:nvSpPr>
        <p:spPr>
          <a:xfrm>
            <a:off x="3173733" y="1332293"/>
            <a:ext cx="2806126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92"/>
          <p:cNvSpPr/>
          <p:nvPr/>
        </p:nvSpPr>
        <p:spPr>
          <a:xfrm>
            <a:off x="3173733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92"/>
          <p:cNvSpPr txBox="1">
            <a:spLocks noGrp="1"/>
          </p:cNvSpPr>
          <p:nvPr>
            <p:ph type="body" idx="7"/>
          </p:nvPr>
        </p:nvSpPr>
        <p:spPr>
          <a:xfrm>
            <a:off x="3216145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4" name="Google Shape;1054;p92"/>
          <p:cNvSpPr txBox="1">
            <a:spLocks noGrp="1"/>
          </p:cNvSpPr>
          <p:nvPr>
            <p:ph type="body" idx="8"/>
          </p:nvPr>
        </p:nvSpPr>
        <p:spPr>
          <a:xfrm>
            <a:off x="3216145" y="1602921"/>
            <a:ext cx="2682455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5" name="Google Shape;1055;p92"/>
          <p:cNvSpPr txBox="1">
            <a:spLocks noGrp="1"/>
          </p:cNvSpPr>
          <p:nvPr>
            <p:ph type="body" idx="9"/>
          </p:nvPr>
        </p:nvSpPr>
        <p:spPr>
          <a:xfrm>
            <a:off x="3173556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6" name="Google Shape;1056;p92"/>
          <p:cNvSpPr/>
          <p:nvPr/>
        </p:nvSpPr>
        <p:spPr>
          <a:xfrm>
            <a:off x="3171175" y="3116257"/>
            <a:ext cx="2806126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92"/>
          <p:cNvSpPr/>
          <p:nvPr/>
        </p:nvSpPr>
        <p:spPr>
          <a:xfrm>
            <a:off x="3171175" y="2630257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92"/>
          <p:cNvSpPr txBox="1">
            <a:spLocks noGrp="1"/>
          </p:cNvSpPr>
          <p:nvPr>
            <p:ph type="body" idx="13"/>
          </p:nvPr>
        </p:nvSpPr>
        <p:spPr>
          <a:xfrm>
            <a:off x="3213587" y="3168216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9" name="Google Shape;1059;p92"/>
          <p:cNvSpPr txBox="1">
            <a:spLocks noGrp="1"/>
          </p:cNvSpPr>
          <p:nvPr>
            <p:ph type="body" idx="14"/>
          </p:nvPr>
        </p:nvSpPr>
        <p:spPr>
          <a:xfrm>
            <a:off x="3213587" y="3386885"/>
            <a:ext cx="2682455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0" name="Google Shape;1060;p92"/>
          <p:cNvSpPr txBox="1">
            <a:spLocks noGrp="1"/>
          </p:cNvSpPr>
          <p:nvPr>
            <p:ph type="body" idx="15"/>
          </p:nvPr>
        </p:nvSpPr>
        <p:spPr>
          <a:xfrm>
            <a:off x="3170998" y="2630499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1" name="Google Shape;1061;p92"/>
          <p:cNvSpPr/>
          <p:nvPr/>
        </p:nvSpPr>
        <p:spPr>
          <a:xfrm>
            <a:off x="6085322" y="1332293"/>
            <a:ext cx="2806126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92"/>
          <p:cNvSpPr/>
          <p:nvPr/>
        </p:nvSpPr>
        <p:spPr>
          <a:xfrm>
            <a:off x="6085322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92"/>
          <p:cNvSpPr txBox="1">
            <a:spLocks noGrp="1"/>
          </p:cNvSpPr>
          <p:nvPr>
            <p:ph type="body" idx="16"/>
          </p:nvPr>
        </p:nvSpPr>
        <p:spPr>
          <a:xfrm>
            <a:off x="6127733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4" name="Google Shape;1064;p92"/>
          <p:cNvSpPr txBox="1">
            <a:spLocks noGrp="1"/>
          </p:cNvSpPr>
          <p:nvPr>
            <p:ph type="body" idx="17"/>
          </p:nvPr>
        </p:nvSpPr>
        <p:spPr>
          <a:xfrm>
            <a:off x="6127733" y="1602921"/>
            <a:ext cx="2682455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5" name="Google Shape;1065;p92"/>
          <p:cNvSpPr txBox="1">
            <a:spLocks noGrp="1"/>
          </p:cNvSpPr>
          <p:nvPr>
            <p:ph type="body" idx="18"/>
          </p:nvPr>
        </p:nvSpPr>
        <p:spPr>
          <a:xfrm>
            <a:off x="6085144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6" name="Google Shape;1066;p92"/>
          <p:cNvSpPr/>
          <p:nvPr/>
        </p:nvSpPr>
        <p:spPr>
          <a:xfrm>
            <a:off x="6082763" y="3116257"/>
            <a:ext cx="2806126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92"/>
          <p:cNvSpPr/>
          <p:nvPr/>
        </p:nvSpPr>
        <p:spPr>
          <a:xfrm>
            <a:off x="6082763" y="2630257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92"/>
          <p:cNvSpPr txBox="1">
            <a:spLocks noGrp="1"/>
          </p:cNvSpPr>
          <p:nvPr>
            <p:ph type="body" idx="19"/>
          </p:nvPr>
        </p:nvSpPr>
        <p:spPr>
          <a:xfrm>
            <a:off x="6125175" y="3168216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9" name="Google Shape;1069;p92"/>
          <p:cNvSpPr txBox="1">
            <a:spLocks noGrp="1"/>
          </p:cNvSpPr>
          <p:nvPr>
            <p:ph type="body" idx="20"/>
          </p:nvPr>
        </p:nvSpPr>
        <p:spPr>
          <a:xfrm>
            <a:off x="6125175" y="3386885"/>
            <a:ext cx="2682455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0" name="Google Shape;1070;p92"/>
          <p:cNvSpPr txBox="1">
            <a:spLocks noGrp="1"/>
          </p:cNvSpPr>
          <p:nvPr>
            <p:ph type="body" idx="21"/>
          </p:nvPr>
        </p:nvSpPr>
        <p:spPr>
          <a:xfrm>
            <a:off x="6082586" y="2630499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1" name="Google Shape;1071;p92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1072" name="Google Shape;1072;p92"/>
          <p:cNvSpPr txBox="1">
            <a:spLocks noGrp="1"/>
          </p:cNvSpPr>
          <p:nvPr>
            <p:ph type="body" idx="22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3" name="Google Shape;1073;p92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074" name="Google Shape;1074;p92"/>
          <p:cNvSpPr txBox="1">
            <a:spLocks noGrp="1"/>
          </p:cNvSpPr>
          <p:nvPr>
            <p:ph type="body" idx="23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модулей Заливка">
  <p:cSld name="8 модулей Заливка"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93"/>
          <p:cNvSpPr/>
          <p:nvPr/>
        </p:nvSpPr>
        <p:spPr>
          <a:xfrm>
            <a:off x="253781" y="1332293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93"/>
          <p:cNvSpPr/>
          <p:nvPr/>
        </p:nvSpPr>
        <p:spPr>
          <a:xfrm>
            <a:off x="253781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93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9" name="Google Shape;1079;p93"/>
          <p:cNvSpPr txBox="1">
            <a:spLocks noGrp="1"/>
          </p:cNvSpPr>
          <p:nvPr>
            <p:ph type="body" idx="2"/>
          </p:nvPr>
        </p:nvSpPr>
        <p:spPr>
          <a:xfrm>
            <a:off x="296192" y="1602921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0" name="Google Shape;1080;p93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1" name="Google Shape;1081;p93"/>
          <p:cNvSpPr/>
          <p:nvPr/>
        </p:nvSpPr>
        <p:spPr>
          <a:xfrm>
            <a:off x="251222" y="3116257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93"/>
          <p:cNvSpPr/>
          <p:nvPr/>
        </p:nvSpPr>
        <p:spPr>
          <a:xfrm>
            <a:off x="251222" y="2630257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93"/>
          <p:cNvSpPr txBox="1">
            <a:spLocks noGrp="1"/>
          </p:cNvSpPr>
          <p:nvPr>
            <p:ph type="body" idx="4"/>
          </p:nvPr>
        </p:nvSpPr>
        <p:spPr>
          <a:xfrm>
            <a:off x="293634" y="3168216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4" name="Google Shape;1084;p93"/>
          <p:cNvSpPr txBox="1">
            <a:spLocks noGrp="1"/>
          </p:cNvSpPr>
          <p:nvPr>
            <p:ph type="body" idx="5"/>
          </p:nvPr>
        </p:nvSpPr>
        <p:spPr>
          <a:xfrm>
            <a:off x="293634" y="3386885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5" name="Google Shape;1085;p93"/>
          <p:cNvSpPr txBox="1">
            <a:spLocks noGrp="1"/>
          </p:cNvSpPr>
          <p:nvPr>
            <p:ph type="body" idx="6"/>
          </p:nvPr>
        </p:nvSpPr>
        <p:spPr>
          <a:xfrm>
            <a:off x="251046" y="2630499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6" name="Google Shape;1086;p93"/>
          <p:cNvSpPr/>
          <p:nvPr/>
        </p:nvSpPr>
        <p:spPr>
          <a:xfrm>
            <a:off x="2438400" y="1332293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93"/>
          <p:cNvSpPr/>
          <p:nvPr/>
        </p:nvSpPr>
        <p:spPr>
          <a:xfrm>
            <a:off x="2438400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93"/>
          <p:cNvSpPr txBox="1">
            <a:spLocks noGrp="1"/>
          </p:cNvSpPr>
          <p:nvPr>
            <p:ph type="body" idx="7"/>
          </p:nvPr>
        </p:nvSpPr>
        <p:spPr>
          <a:xfrm>
            <a:off x="2480812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9" name="Google Shape;1089;p93"/>
          <p:cNvSpPr txBox="1">
            <a:spLocks noGrp="1"/>
          </p:cNvSpPr>
          <p:nvPr>
            <p:ph type="body" idx="8"/>
          </p:nvPr>
        </p:nvSpPr>
        <p:spPr>
          <a:xfrm>
            <a:off x="2480812" y="1602921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0" name="Google Shape;1090;p93"/>
          <p:cNvSpPr txBox="1">
            <a:spLocks noGrp="1"/>
          </p:cNvSpPr>
          <p:nvPr>
            <p:ph type="body" idx="9"/>
          </p:nvPr>
        </p:nvSpPr>
        <p:spPr>
          <a:xfrm>
            <a:off x="2438224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1" name="Google Shape;1091;p93"/>
          <p:cNvSpPr/>
          <p:nvPr/>
        </p:nvSpPr>
        <p:spPr>
          <a:xfrm>
            <a:off x="2435842" y="3116257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93"/>
          <p:cNvSpPr/>
          <p:nvPr/>
        </p:nvSpPr>
        <p:spPr>
          <a:xfrm>
            <a:off x="2435842" y="2630257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93"/>
          <p:cNvSpPr txBox="1">
            <a:spLocks noGrp="1"/>
          </p:cNvSpPr>
          <p:nvPr>
            <p:ph type="body" idx="13"/>
          </p:nvPr>
        </p:nvSpPr>
        <p:spPr>
          <a:xfrm>
            <a:off x="2478254" y="3168216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4" name="Google Shape;1094;p93"/>
          <p:cNvSpPr txBox="1">
            <a:spLocks noGrp="1"/>
          </p:cNvSpPr>
          <p:nvPr>
            <p:ph type="body" idx="14"/>
          </p:nvPr>
        </p:nvSpPr>
        <p:spPr>
          <a:xfrm>
            <a:off x="2478254" y="3386885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5" name="Google Shape;1095;p93"/>
          <p:cNvSpPr txBox="1">
            <a:spLocks noGrp="1"/>
          </p:cNvSpPr>
          <p:nvPr>
            <p:ph type="body" idx="15"/>
          </p:nvPr>
        </p:nvSpPr>
        <p:spPr>
          <a:xfrm>
            <a:off x="2435666" y="2630499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6" name="Google Shape;1096;p93"/>
          <p:cNvSpPr/>
          <p:nvPr/>
        </p:nvSpPr>
        <p:spPr>
          <a:xfrm>
            <a:off x="4630873" y="1332293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93"/>
          <p:cNvSpPr/>
          <p:nvPr/>
        </p:nvSpPr>
        <p:spPr>
          <a:xfrm>
            <a:off x="4630873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93"/>
          <p:cNvSpPr txBox="1">
            <a:spLocks noGrp="1"/>
          </p:cNvSpPr>
          <p:nvPr>
            <p:ph type="body" idx="16"/>
          </p:nvPr>
        </p:nvSpPr>
        <p:spPr>
          <a:xfrm>
            <a:off x="4673285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9" name="Google Shape;1099;p93"/>
          <p:cNvSpPr txBox="1">
            <a:spLocks noGrp="1"/>
          </p:cNvSpPr>
          <p:nvPr>
            <p:ph type="body" idx="17"/>
          </p:nvPr>
        </p:nvSpPr>
        <p:spPr>
          <a:xfrm>
            <a:off x="4673285" y="1602921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0" name="Google Shape;1100;p93"/>
          <p:cNvSpPr txBox="1">
            <a:spLocks noGrp="1"/>
          </p:cNvSpPr>
          <p:nvPr>
            <p:ph type="body" idx="18"/>
          </p:nvPr>
        </p:nvSpPr>
        <p:spPr>
          <a:xfrm>
            <a:off x="4630697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1" name="Google Shape;1101;p93"/>
          <p:cNvSpPr/>
          <p:nvPr/>
        </p:nvSpPr>
        <p:spPr>
          <a:xfrm>
            <a:off x="4628315" y="3116257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93"/>
          <p:cNvSpPr/>
          <p:nvPr/>
        </p:nvSpPr>
        <p:spPr>
          <a:xfrm>
            <a:off x="4628315" y="2630257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93"/>
          <p:cNvSpPr txBox="1">
            <a:spLocks noGrp="1"/>
          </p:cNvSpPr>
          <p:nvPr>
            <p:ph type="body" idx="19"/>
          </p:nvPr>
        </p:nvSpPr>
        <p:spPr>
          <a:xfrm>
            <a:off x="4670726" y="3168216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4" name="Google Shape;1104;p93"/>
          <p:cNvSpPr txBox="1">
            <a:spLocks noGrp="1"/>
          </p:cNvSpPr>
          <p:nvPr>
            <p:ph type="body" idx="20"/>
          </p:nvPr>
        </p:nvSpPr>
        <p:spPr>
          <a:xfrm>
            <a:off x="4670726" y="3386885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5" name="Google Shape;1105;p93"/>
          <p:cNvSpPr txBox="1">
            <a:spLocks noGrp="1"/>
          </p:cNvSpPr>
          <p:nvPr>
            <p:ph type="body" idx="21"/>
          </p:nvPr>
        </p:nvSpPr>
        <p:spPr>
          <a:xfrm>
            <a:off x="4628138" y="2630499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6" name="Google Shape;1106;p93"/>
          <p:cNvSpPr/>
          <p:nvPr/>
        </p:nvSpPr>
        <p:spPr>
          <a:xfrm>
            <a:off x="6812902" y="1332293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93"/>
          <p:cNvSpPr/>
          <p:nvPr/>
        </p:nvSpPr>
        <p:spPr>
          <a:xfrm>
            <a:off x="6812902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93"/>
          <p:cNvSpPr txBox="1">
            <a:spLocks noGrp="1"/>
          </p:cNvSpPr>
          <p:nvPr>
            <p:ph type="body" idx="22"/>
          </p:nvPr>
        </p:nvSpPr>
        <p:spPr>
          <a:xfrm>
            <a:off x="6855313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9" name="Google Shape;1109;p93"/>
          <p:cNvSpPr txBox="1">
            <a:spLocks noGrp="1"/>
          </p:cNvSpPr>
          <p:nvPr>
            <p:ph type="body" idx="23"/>
          </p:nvPr>
        </p:nvSpPr>
        <p:spPr>
          <a:xfrm>
            <a:off x="6855313" y="1602921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0" name="Google Shape;1110;p93"/>
          <p:cNvSpPr txBox="1">
            <a:spLocks noGrp="1"/>
          </p:cNvSpPr>
          <p:nvPr>
            <p:ph type="body" idx="24"/>
          </p:nvPr>
        </p:nvSpPr>
        <p:spPr>
          <a:xfrm>
            <a:off x="6812726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1" name="Google Shape;1111;p93"/>
          <p:cNvSpPr/>
          <p:nvPr/>
        </p:nvSpPr>
        <p:spPr>
          <a:xfrm>
            <a:off x="6810344" y="3116257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93"/>
          <p:cNvSpPr/>
          <p:nvPr/>
        </p:nvSpPr>
        <p:spPr>
          <a:xfrm>
            <a:off x="6810344" y="2630257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93"/>
          <p:cNvSpPr txBox="1">
            <a:spLocks noGrp="1"/>
          </p:cNvSpPr>
          <p:nvPr>
            <p:ph type="body" idx="25"/>
          </p:nvPr>
        </p:nvSpPr>
        <p:spPr>
          <a:xfrm>
            <a:off x="6852755" y="3168216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4" name="Google Shape;1114;p93"/>
          <p:cNvSpPr txBox="1">
            <a:spLocks noGrp="1"/>
          </p:cNvSpPr>
          <p:nvPr>
            <p:ph type="body" idx="26"/>
          </p:nvPr>
        </p:nvSpPr>
        <p:spPr>
          <a:xfrm>
            <a:off x="6852755" y="3386885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5" name="Google Shape;1115;p93"/>
          <p:cNvSpPr txBox="1">
            <a:spLocks noGrp="1"/>
          </p:cNvSpPr>
          <p:nvPr>
            <p:ph type="body" idx="27"/>
          </p:nvPr>
        </p:nvSpPr>
        <p:spPr>
          <a:xfrm>
            <a:off x="6810167" y="2630499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6" name="Google Shape;1116;p93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1117" name="Google Shape;1117;p93"/>
          <p:cNvSpPr txBox="1">
            <a:spLocks noGrp="1"/>
          </p:cNvSpPr>
          <p:nvPr>
            <p:ph type="body" idx="28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8" name="Google Shape;1118;p93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119" name="Google Shape;1119;p93"/>
          <p:cNvSpPr txBox="1">
            <a:spLocks noGrp="1"/>
          </p:cNvSpPr>
          <p:nvPr>
            <p:ph type="body" idx="29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модуля и вывод Заливка">
  <p:cSld name="4 модуля и вывод Заливка"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94"/>
          <p:cNvSpPr/>
          <p:nvPr/>
        </p:nvSpPr>
        <p:spPr>
          <a:xfrm>
            <a:off x="253781" y="1332293"/>
            <a:ext cx="4263564" cy="95135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94"/>
          <p:cNvSpPr/>
          <p:nvPr/>
        </p:nvSpPr>
        <p:spPr>
          <a:xfrm>
            <a:off x="253781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94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4" name="Google Shape;1124;p94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4075661" cy="588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5" name="Google Shape;1125;p94"/>
          <p:cNvSpPr/>
          <p:nvPr/>
        </p:nvSpPr>
        <p:spPr>
          <a:xfrm>
            <a:off x="4628149" y="1332293"/>
            <a:ext cx="4263564" cy="95135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94"/>
          <p:cNvSpPr/>
          <p:nvPr/>
        </p:nvSpPr>
        <p:spPr>
          <a:xfrm>
            <a:off x="4628149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94"/>
          <p:cNvSpPr txBox="1">
            <a:spLocks noGrp="1"/>
          </p:cNvSpPr>
          <p:nvPr>
            <p:ph type="body" idx="3"/>
          </p:nvPr>
        </p:nvSpPr>
        <p:spPr>
          <a:xfrm>
            <a:off x="4670561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8" name="Google Shape;1128;p94"/>
          <p:cNvSpPr txBox="1">
            <a:spLocks noGrp="1"/>
          </p:cNvSpPr>
          <p:nvPr>
            <p:ph type="body" idx="4"/>
          </p:nvPr>
        </p:nvSpPr>
        <p:spPr>
          <a:xfrm>
            <a:off x="4670561" y="1602920"/>
            <a:ext cx="4075661" cy="588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9" name="Google Shape;1129;p94"/>
          <p:cNvSpPr txBox="1">
            <a:spLocks noGrp="1"/>
          </p:cNvSpPr>
          <p:nvPr>
            <p:ph type="body" idx="5"/>
          </p:nvPr>
        </p:nvSpPr>
        <p:spPr>
          <a:xfrm>
            <a:off x="253604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0" name="Google Shape;1130;p94"/>
          <p:cNvSpPr txBox="1">
            <a:spLocks noGrp="1"/>
          </p:cNvSpPr>
          <p:nvPr>
            <p:ph type="body" idx="6"/>
          </p:nvPr>
        </p:nvSpPr>
        <p:spPr>
          <a:xfrm>
            <a:off x="4637129" y="846535"/>
            <a:ext cx="425309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1" name="Google Shape;1131;p94"/>
          <p:cNvSpPr/>
          <p:nvPr/>
        </p:nvSpPr>
        <p:spPr>
          <a:xfrm>
            <a:off x="253781" y="2880647"/>
            <a:ext cx="4263564" cy="95135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94"/>
          <p:cNvSpPr/>
          <p:nvPr/>
        </p:nvSpPr>
        <p:spPr>
          <a:xfrm>
            <a:off x="253781" y="2394647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94"/>
          <p:cNvSpPr txBox="1">
            <a:spLocks noGrp="1"/>
          </p:cNvSpPr>
          <p:nvPr>
            <p:ph type="body" idx="7"/>
          </p:nvPr>
        </p:nvSpPr>
        <p:spPr>
          <a:xfrm>
            <a:off x="296192" y="2932606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4" name="Google Shape;1134;p94"/>
          <p:cNvSpPr txBox="1">
            <a:spLocks noGrp="1"/>
          </p:cNvSpPr>
          <p:nvPr>
            <p:ph type="body" idx="8"/>
          </p:nvPr>
        </p:nvSpPr>
        <p:spPr>
          <a:xfrm>
            <a:off x="296192" y="3151274"/>
            <a:ext cx="4075661" cy="588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5" name="Google Shape;1135;p94"/>
          <p:cNvSpPr/>
          <p:nvPr/>
        </p:nvSpPr>
        <p:spPr>
          <a:xfrm>
            <a:off x="4628149" y="2880647"/>
            <a:ext cx="4263564" cy="95135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94"/>
          <p:cNvSpPr/>
          <p:nvPr/>
        </p:nvSpPr>
        <p:spPr>
          <a:xfrm>
            <a:off x="4628149" y="2394647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94"/>
          <p:cNvSpPr txBox="1">
            <a:spLocks noGrp="1"/>
          </p:cNvSpPr>
          <p:nvPr>
            <p:ph type="body" idx="9"/>
          </p:nvPr>
        </p:nvSpPr>
        <p:spPr>
          <a:xfrm>
            <a:off x="4670561" y="2932606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8" name="Google Shape;1138;p94"/>
          <p:cNvSpPr txBox="1">
            <a:spLocks noGrp="1"/>
          </p:cNvSpPr>
          <p:nvPr>
            <p:ph type="body" idx="13"/>
          </p:nvPr>
        </p:nvSpPr>
        <p:spPr>
          <a:xfrm>
            <a:off x="4670561" y="3151274"/>
            <a:ext cx="4075661" cy="588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9" name="Google Shape;1139;p94"/>
          <p:cNvSpPr txBox="1">
            <a:spLocks noGrp="1"/>
          </p:cNvSpPr>
          <p:nvPr>
            <p:ph type="body" idx="14"/>
          </p:nvPr>
        </p:nvSpPr>
        <p:spPr>
          <a:xfrm>
            <a:off x="253604" y="2394889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0" name="Google Shape;1140;p94"/>
          <p:cNvSpPr txBox="1">
            <a:spLocks noGrp="1"/>
          </p:cNvSpPr>
          <p:nvPr>
            <p:ph type="body" idx="15"/>
          </p:nvPr>
        </p:nvSpPr>
        <p:spPr>
          <a:xfrm>
            <a:off x="4637129" y="2394889"/>
            <a:ext cx="425309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1" name="Google Shape;1141;p94"/>
          <p:cNvSpPr/>
          <p:nvPr/>
        </p:nvSpPr>
        <p:spPr>
          <a:xfrm>
            <a:off x="254857" y="3936127"/>
            <a:ext cx="8637920" cy="71456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E65907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94"/>
          <p:cNvSpPr txBox="1">
            <a:spLocks noGrp="1"/>
          </p:cNvSpPr>
          <p:nvPr>
            <p:ph type="body" idx="16"/>
          </p:nvPr>
        </p:nvSpPr>
        <p:spPr>
          <a:xfrm>
            <a:off x="251222" y="3936014"/>
            <a:ext cx="8641556" cy="714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3" name="Google Shape;1143;p94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1144" name="Google Shape;1144;p94"/>
          <p:cNvSpPr txBox="1">
            <a:spLocks noGrp="1"/>
          </p:cNvSpPr>
          <p:nvPr>
            <p:ph type="body" idx="17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5" name="Google Shape;1145;p94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146" name="Google Shape;1146;p94"/>
          <p:cNvSpPr txBox="1">
            <a:spLocks noGrp="1"/>
          </p:cNvSpPr>
          <p:nvPr>
            <p:ph type="body" idx="18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модуля Обводка">
  <p:cSld name="2 модуля Обводка"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95"/>
          <p:cNvSpPr/>
          <p:nvPr/>
        </p:nvSpPr>
        <p:spPr>
          <a:xfrm>
            <a:off x="4624684" y="1332293"/>
            <a:ext cx="426809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95"/>
          <p:cNvSpPr/>
          <p:nvPr/>
        </p:nvSpPr>
        <p:spPr>
          <a:xfrm>
            <a:off x="4624684" y="846293"/>
            <a:ext cx="426809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95"/>
          <p:cNvSpPr txBox="1">
            <a:spLocks noGrp="1"/>
          </p:cNvSpPr>
          <p:nvPr>
            <p:ph type="body" idx="1"/>
          </p:nvPr>
        </p:nvSpPr>
        <p:spPr>
          <a:xfrm>
            <a:off x="4667097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1" name="Google Shape;1151;p95"/>
          <p:cNvSpPr txBox="1">
            <a:spLocks noGrp="1"/>
          </p:cNvSpPr>
          <p:nvPr>
            <p:ph type="body" idx="2"/>
          </p:nvPr>
        </p:nvSpPr>
        <p:spPr>
          <a:xfrm>
            <a:off x="4667097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2" name="Google Shape;1152;p95"/>
          <p:cNvSpPr txBox="1">
            <a:spLocks noGrp="1"/>
          </p:cNvSpPr>
          <p:nvPr>
            <p:ph type="body" idx="3"/>
          </p:nvPr>
        </p:nvSpPr>
        <p:spPr>
          <a:xfrm>
            <a:off x="4624685" y="846535"/>
            <a:ext cx="426809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3" name="Google Shape;1153;p95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1154" name="Google Shape;1154;p95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155" name="Google Shape;1155;p95"/>
          <p:cNvSpPr/>
          <p:nvPr/>
        </p:nvSpPr>
        <p:spPr>
          <a:xfrm>
            <a:off x="251222" y="1335686"/>
            <a:ext cx="426809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95"/>
          <p:cNvSpPr/>
          <p:nvPr/>
        </p:nvSpPr>
        <p:spPr>
          <a:xfrm>
            <a:off x="251222" y="849686"/>
            <a:ext cx="426809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95"/>
          <p:cNvSpPr txBox="1">
            <a:spLocks noGrp="1"/>
          </p:cNvSpPr>
          <p:nvPr>
            <p:ph type="body" idx="4"/>
          </p:nvPr>
        </p:nvSpPr>
        <p:spPr>
          <a:xfrm>
            <a:off x="293635" y="1387645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8" name="Google Shape;1158;p95"/>
          <p:cNvSpPr txBox="1">
            <a:spLocks noGrp="1"/>
          </p:cNvSpPr>
          <p:nvPr>
            <p:ph type="body" idx="5"/>
          </p:nvPr>
        </p:nvSpPr>
        <p:spPr>
          <a:xfrm>
            <a:off x="293635" y="1606313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9" name="Google Shape;1159;p95"/>
          <p:cNvSpPr txBox="1">
            <a:spLocks noGrp="1"/>
          </p:cNvSpPr>
          <p:nvPr>
            <p:ph type="body" idx="6"/>
          </p:nvPr>
        </p:nvSpPr>
        <p:spPr>
          <a:xfrm>
            <a:off x="260204" y="849928"/>
            <a:ext cx="425655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0" name="Google Shape;1160;p95"/>
          <p:cNvSpPr txBox="1">
            <a:spLocks noGrp="1"/>
          </p:cNvSpPr>
          <p:nvPr>
            <p:ph type="body" idx="7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1" name="Google Shape;1161;p95"/>
          <p:cNvSpPr txBox="1">
            <a:spLocks noGrp="1"/>
          </p:cNvSpPr>
          <p:nvPr>
            <p:ph type="body" idx="8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модуля Обводка">
  <p:cSld name="3 модуля Обводка"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96"/>
          <p:cNvSpPr/>
          <p:nvPr/>
        </p:nvSpPr>
        <p:spPr>
          <a:xfrm>
            <a:off x="253781" y="1332293"/>
            <a:ext cx="2806126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96"/>
          <p:cNvSpPr/>
          <p:nvPr/>
        </p:nvSpPr>
        <p:spPr>
          <a:xfrm>
            <a:off x="253781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96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6" name="Google Shape;1166;p96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2682455" cy="304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7" name="Google Shape;1167;p96"/>
          <p:cNvSpPr txBox="1">
            <a:spLocks noGrp="1"/>
          </p:cNvSpPr>
          <p:nvPr>
            <p:ph type="body" idx="3"/>
          </p:nvPr>
        </p:nvSpPr>
        <p:spPr>
          <a:xfrm>
            <a:off x="253603" y="846293"/>
            <a:ext cx="2806168" cy="48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8" name="Google Shape;1168;p96"/>
          <p:cNvSpPr/>
          <p:nvPr/>
        </p:nvSpPr>
        <p:spPr>
          <a:xfrm>
            <a:off x="3167015" y="1332293"/>
            <a:ext cx="2806126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96"/>
          <p:cNvSpPr/>
          <p:nvPr/>
        </p:nvSpPr>
        <p:spPr>
          <a:xfrm>
            <a:off x="3167015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96"/>
          <p:cNvSpPr txBox="1">
            <a:spLocks noGrp="1"/>
          </p:cNvSpPr>
          <p:nvPr>
            <p:ph type="body" idx="4"/>
          </p:nvPr>
        </p:nvSpPr>
        <p:spPr>
          <a:xfrm>
            <a:off x="3209427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1" name="Google Shape;1171;p96"/>
          <p:cNvSpPr txBox="1">
            <a:spLocks noGrp="1"/>
          </p:cNvSpPr>
          <p:nvPr>
            <p:ph type="body" idx="5"/>
          </p:nvPr>
        </p:nvSpPr>
        <p:spPr>
          <a:xfrm>
            <a:off x="3209427" y="1602920"/>
            <a:ext cx="2682455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2" name="Google Shape;1172;p96"/>
          <p:cNvSpPr txBox="1">
            <a:spLocks noGrp="1"/>
          </p:cNvSpPr>
          <p:nvPr>
            <p:ph type="body" idx="6"/>
          </p:nvPr>
        </p:nvSpPr>
        <p:spPr>
          <a:xfrm>
            <a:off x="3166838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3" name="Google Shape;1173;p96"/>
          <p:cNvSpPr/>
          <p:nvPr/>
        </p:nvSpPr>
        <p:spPr>
          <a:xfrm>
            <a:off x="6085108" y="1332293"/>
            <a:ext cx="2806126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96"/>
          <p:cNvSpPr/>
          <p:nvPr/>
        </p:nvSpPr>
        <p:spPr>
          <a:xfrm>
            <a:off x="6085108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96"/>
          <p:cNvSpPr txBox="1">
            <a:spLocks noGrp="1"/>
          </p:cNvSpPr>
          <p:nvPr>
            <p:ph type="body" idx="7"/>
          </p:nvPr>
        </p:nvSpPr>
        <p:spPr>
          <a:xfrm>
            <a:off x="6127520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6" name="Google Shape;1176;p96"/>
          <p:cNvSpPr txBox="1">
            <a:spLocks noGrp="1"/>
          </p:cNvSpPr>
          <p:nvPr>
            <p:ph type="body" idx="8"/>
          </p:nvPr>
        </p:nvSpPr>
        <p:spPr>
          <a:xfrm>
            <a:off x="6127520" y="1602920"/>
            <a:ext cx="2682455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7" name="Google Shape;1177;p96"/>
          <p:cNvSpPr txBox="1">
            <a:spLocks noGrp="1"/>
          </p:cNvSpPr>
          <p:nvPr>
            <p:ph type="body" idx="9"/>
          </p:nvPr>
        </p:nvSpPr>
        <p:spPr>
          <a:xfrm>
            <a:off x="6084931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8" name="Google Shape;1178;p96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1179" name="Google Shape;1179;p96"/>
          <p:cNvSpPr txBox="1">
            <a:spLocks noGrp="1"/>
          </p:cNvSpPr>
          <p:nvPr>
            <p:ph type="body" idx="13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0" name="Google Shape;1180;p96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181" name="Google Shape;1181;p96"/>
          <p:cNvSpPr txBox="1">
            <a:spLocks noGrp="1"/>
          </p:cNvSpPr>
          <p:nvPr>
            <p:ph type="body" idx="14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модуля Обводка">
  <p:cSld name="4 модуля Обводка"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97"/>
          <p:cNvSpPr/>
          <p:nvPr/>
        </p:nvSpPr>
        <p:spPr>
          <a:xfrm>
            <a:off x="253781" y="1332293"/>
            <a:ext cx="207746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97"/>
          <p:cNvSpPr/>
          <p:nvPr/>
        </p:nvSpPr>
        <p:spPr>
          <a:xfrm>
            <a:off x="253781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97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6" name="Google Shape;1186;p97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1985906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7" name="Google Shape;1187;p97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1188" name="Google Shape;1188;p97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9" name="Google Shape;1189;p97"/>
          <p:cNvSpPr/>
          <p:nvPr/>
        </p:nvSpPr>
        <p:spPr>
          <a:xfrm>
            <a:off x="2441747" y="1332293"/>
            <a:ext cx="207746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97"/>
          <p:cNvSpPr/>
          <p:nvPr/>
        </p:nvSpPr>
        <p:spPr>
          <a:xfrm>
            <a:off x="2441747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97"/>
          <p:cNvSpPr txBox="1">
            <a:spLocks noGrp="1"/>
          </p:cNvSpPr>
          <p:nvPr>
            <p:ph type="body" idx="4"/>
          </p:nvPr>
        </p:nvSpPr>
        <p:spPr>
          <a:xfrm>
            <a:off x="2484158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2" name="Google Shape;1192;p97"/>
          <p:cNvSpPr txBox="1">
            <a:spLocks noGrp="1"/>
          </p:cNvSpPr>
          <p:nvPr>
            <p:ph type="body" idx="5"/>
          </p:nvPr>
        </p:nvSpPr>
        <p:spPr>
          <a:xfrm>
            <a:off x="2484158" y="1602920"/>
            <a:ext cx="1985906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3" name="Google Shape;1193;p97"/>
          <p:cNvSpPr txBox="1">
            <a:spLocks noGrp="1"/>
          </p:cNvSpPr>
          <p:nvPr>
            <p:ph type="body" idx="6"/>
          </p:nvPr>
        </p:nvSpPr>
        <p:spPr>
          <a:xfrm>
            <a:off x="2441570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4" name="Google Shape;1194;p97"/>
          <p:cNvSpPr/>
          <p:nvPr/>
        </p:nvSpPr>
        <p:spPr>
          <a:xfrm>
            <a:off x="4631471" y="1332293"/>
            <a:ext cx="207746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97"/>
          <p:cNvSpPr/>
          <p:nvPr/>
        </p:nvSpPr>
        <p:spPr>
          <a:xfrm>
            <a:off x="4631471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97"/>
          <p:cNvSpPr txBox="1">
            <a:spLocks noGrp="1"/>
          </p:cNvSpPr>
          <p:nvPr>
            <p:ph type="body" idx="7"/>
          </p:nvPr>
        </p:nvSpPr>
        <p:spPr>
          <a:xfrm>
            <a:off x="4673882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7" name="Google Shape;1197;p97"/>
          <p:cNvSpPr txBox="1">
            <a:spLocks noGrp="1"/>
          </p:cNvSpPr>
          <p:nvPr>
            <p:ph type="body" idx="8"/>
          </p:nvPr>
        </p:nvSpPr>
        <p:spPr>
          <a:xfrm>
            <a:off x="4673882" y="1602920"/>
            <a:ext cx="1985906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8" name="Google Shape;1198;p97"/>
          <p:cNvSpPr txBox="1">
            <a:spLocks noGrp="1"/>
          </p:cNvSpPr>
          <p:nvPr>
            <p:ph type="body" idx="9"/>
          </p:nvPr>
        </p:nvSpPr>
        <p:spPr>
          <a:xfrm>
            <a:off x="4631294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9" name="Google Shape;1199;p97"/>
          <p:cNvSpPr/>
          <p:nvPr/>
        </p:nvSpPr>
        <p:spPr>
          <a:xfrm>
            <a:off x="6812756" y="1332293"/>
            <a:ext cx="2077463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97"/>
          <p:cNvSpPr/>
          <p:nvPr/>
        </p:nvSpPr>
        <p:spPr>
          <a:xfrm>
            <a:off x="6812756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97"/>
          <p:cNvSpPr txBox="1">
            <a:spLocks noGrp="1"/>
          </p:cNvSpPr>
          <p:nvPr>
            <p:ph type="body" idx="13"/>
          </p:nvPr>
        </p:nvSpPr>
        <p:spPr>
          <a:xfrm>
            <a:off x="6855168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2" name="Google Shape;1202;p97"/>
          <p:cNvSpPr txBox="1">
            <a:spLocks noGrp="1"/>
          </p:cNvSpPr>
          <p:nvPr>
            <p:ph type="body" idx="14"/>
          </p:nvPr>
        </p:nvSpPr>
        <p:spPr>
          <a:xfrm>
            <a:off x="6855168" y="1602920"/>
            <a:ext cx="1985906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3" name="Google Shape;1203;p97"/>
          <p:cNvSpPr txBox="1">
            <a:spLocks noGrp="1"/>
          </p:cNvSpPr>
          <p:nvPr>
            <p:ph type="body" idx="15"/>
          </p:nvPr>
        </p:nvSpPr>
        <p:spPr>
          <a:xfrm>
            <a:off x="6812580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4" name="Google Shape;1204;p97"/>
          <p:cNvSpPr txBox="1">
            <a:spLocks noGrp="1"/>
          </p:cNvSpPr>
          <p:nvPr>
            <p:ph type="body" idx="16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5" name="Google Shape;1205;p97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206" name="Google Shape;1206;p97"/>
          <p:cNvSpPr txBox="1">
            <a:spLocks noGrp="1"/>
          </p:cNvSpPr>
          <p:nvPr>
            <p:ph type="body" idx="17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широких модуля Обводка">
  <p:cSld name="4 широких модуля Обводка"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98"/>
          <p:cNvSpPr/>
          <p:nvPr/>
        </p:nvSpPr>
        <p:spPr>
          <a:xfrm>
            <a:off x="253781" y="1332293"/>
            <a:ext cx="4263564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98"/>
          <p:cNvSpPr/>
          <p:nvPr/>
        </p:nvSpPr>
        <p:spPr>
          <a:xfrm>
            <a:off x="253781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98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1" name="Google Shape;1211;p98"/>
          <p:cNvSpPr txBox="1">
            <a:spLocks noGrp="1"/>
          </p:cNvSpPr>
          <p:nvPr>
            <p:ph type="body" idx="2"/>
          </p:nvPr>
        </p:nvSpPr>
        <p:spPr>
          <a:xfrm>
            <a:off x="296192" y="1602921"/>
            <a:ext cx="4075661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2" name="Google Shape;1212;p98"/>
          <p:cNvSpPr/>
          <p:nvPr/>
        </p:nvSpPr>
        <p:spPr>
          <a:xfrm>
            <a:off x="4628149" y="1332293"/>
            <a:ext cx="4263564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98"/>
          <p:cNvSpPr/>
          <p:nvPr/>
        </p:nvSpPr>
        <p:spPr>
          <a:xfrm>
            <a:off x="4628149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98"/>
          <p:cNvSpPr txBox="1">
            <a:spLocks noGrp="1"/>
          </p:cNvSpPr>
          <p:nvPr>
            <p:ph type="body" idx="3"/>
          </p:nvPr>
        </p:nvSpPr>
        <p:spPr>
          <a:xfrm>
            <a:off x="4670561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5" name="Google Shape;1215;p98"/>
          <p:cNvSpPr txBox="1">
            <a:spLocks noGrp="1"/>
          </p:cNvSpPr>
          <p:nvPr>
            <p:ph type="body" idx="4"/>
          </p:nvPr>
        </p:nvSpPr>
        <p:spPr>
          <a:xfrm>
            <a:off x="4670561" y="1602921"/>
            <a:ext cx="4075661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6" name="Google Shape;1216;p98"/>
          <p:cNvSpPr txBox="1">
            <a:spLocks noGrp="1"/>
          </p:cNvSpPr>
          <p:nvPr>
            <p:ph type="body" idx="5"/>
          </p:nvPr>
        </p:nvSpPr>
        <p:spPr>
          <a:xfrm>
            <a:off x="253604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7" name="Google Shape;1217;p98"/>
          <p:cNvSpPr txBox="1">
            <a:spLocks noGrp="1"/>
          </p:cNvSpPr>
          <p:nvPr>
            <p:ph type="body" idx="6"/>
          </p:nvPr>
        </p:nvSpPr>
        <p:spPr>
          <a:xfrm>
            <a:off x="4637129" y="846535"/>
            <a:ext cx="425309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8" name="Google Shape;1218;p98"/>
          <p:cNvSpPr/>
          <p:nvPr/>
        </p:nvSpPr>
        <p:spPr>
          <a:xfrm>
            <a:off x="251222" y="3116257"/>
            <a:ext cx="4263564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98"/>
          <p:cNvSpPr/>
          <p:nvPr/>
        </p:nvSpPr>
        <p:spPr>
          <a:xfrm>
            <a:off x="251222" y="2630257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98"/>
          <p:cNvSpPr txBox="1">
            <a:spLocks noGrp="1"/>
          </p:cNvSpPr>
          <p:nvPr>
            <p:ph type="body" idx="7"/>
          </p:nvPr>
        </p:nvSpPr>
        <p:spPr>
          <a:xfrm>
            <a:off x="293634" y="3168216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1" name="Google Shape;1221;p98"/>
          <p:cNvSpPr txBox="1">
            <a:spLocks noGrp="1"/>
          </p:cNvSpPr>
          <p:nvPr>
            <p:ph type="body" idx="8"/>
          </p:nvPr>
        </p:nvSpPr>
        <p:spPr>
          <a:xfrm>
            <a:off x="293634" y="3386885"/>
            <a:ext cx="4075661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2" name="Google Shape;1222;p98"/>
          <p:cNvSpPr/>
          <p:nvPr/>
        </p:nvSpPr>
        <p:spPr>
          <a:xfrm>
            <a:off x="4625591" y="3116257"/>
            <a:ext cx="4263564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98"/>
          <p:cNvSpPr/>
          <p:nvPr/>
        </p:nvSpPr>
        <p:spPr>
          <a:xfrm>
            <a:off x="4625591" y="2630257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98"/>
          <p:cNvSpPr txBox="1">
            <a:spLocks noGrp="1"/>
          </p:cNvSpPr>
          <p:nvPr>
            <p:ph type="body" idx="9"/>
          </p:nvPr>
        </p:nvSpPr>
        <p:spPr>
          <a:xfrm>
            <a:off x="4668002" y="3168216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5" name="Google Shape;1225;p98"/>
          <p:cNvSpPr txBox="1">
            <a:spLocks noGrp="1"/>
          </p:cNvSpPr>
          <p:nvPr>
            <p:ph type="body" idx="13"/>
          </p:nvPr>
        </p:nvSpPr>
        <p:spPr>
          <a:xfrm>
            <a:off x="4668002" y="3386885"/>
            <a:ext cx="4075661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6" name="Google Shape;1226;p98"/>
          <p:cNvSpPr txBox="1">
            <a:spLocks noGrp="1"/>
          </p:cNvSpPr>
          <p:nvPr>
            <p:ph type="body" idx="14"/>
          </p:nvPr>
        </p:nvSpPr>
        <p:spPr>
          <a:xfrm>
            <a:off x="251045" y="2630499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7" name="Google Shape;1227;p98"/>
          <p:cNvSpPr txBox="1">
            <a:spLocks noGrp="1"/>
          </p:cNvSpPr>
          <p:nvPr>
            <p:ph type="body" idx="15"/>
          </p:nvPr>
        </p:nvSpPr>
        <p:spPr>
          <a:xfrm>
            <a:off x="4634571" y="2630499"/>
            <a:ext cx="425309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8" name="Google Shape;1228;p98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1229" name="Google Shape;1229;p98"/>
          <p:cNvSpPr txBox="1">
            <a:spLocks noGrp="1"/>
          </p:cNvSpPr>
          <p:nvPr>
            <p:ph type="body" idx="16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0" name="Google Shape;1230;p98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231" name="Google Shape;1231;p98"/>
          <p:cNvSpPr txBox="1">
            <a:spLocks noGrp="1"/>
          </p:cNvSpPr>
          <p:nvPr>
            <p:ph type="body" idx="17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модулей Обводка">
  <p:cSld name="8 модулей Обводка"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99"/>
          <p:cNvSpPr/>
          <p:nvPr/>
        </p:nvSpPr>
        <p:spPr>
          <a:xfrm>
            <a:off x="253781" y="1332293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99"/>
          <p:cNvSpPr/>
          <p:nvPr/>
        </p:nvSpPr>
        <p:spPr>
          <a:xfrm>
            <a:off x="253781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99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6" name="Google Shape;1236;p99"/>
          <p:cNvSpPr txBox="1">
            <a:spLocks noGrp="1"/>
          </p:cNvSpPr>
          <p:nvPr>
            <p:ph type="body" idx="2"/>
          </p:nvPr>
        </p:nvSpPr>
        <p:spPr>
          <a:xfrm>
            <a:off x="296192" y="1602921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7" name="Google Shape;1237;p99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8" name="Google Shape;1238;p99"/>
          <p:cNvSpPr/>
          <p:nvPr/>
        </p:nvSpPr>
        <p:spPr>
          <a:xfrm>
            <a:off x="251222" y="3116257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99"/>
          <p:cNvSpPr/>
          <p:nvPr/>
        </p:nvSpPr>
        <p:spPr>
          <a:xfrm>
            <a:off x="251222" y="2630257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99"/>
          <p:cNvSpPr txBox="1">
            <a:spLocks noGrp="1"/>
          </p:cNvSpPr>
          <p:nvPr>
            <p:ph type="body" idx="4"/>
          </p:nvPr>
        </p:nvSpPr>
        <p:spPr>
          <a:xfrm>
            <a:off x="293634" y="3168216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1" name="Google Shape;1241;p99"/>
          <p:cNvSpPr txBox="1">
            <a:spLocks noGrp="1"/>
          </p:cNvSpPr>
          <p:nvPr>
            <p:ph type="body" idx="5"/>
          </p:nvPr>
        </p:nvSpPr>
        <p:spPr>
          <a:xfrm>
            <a:off x="293634" y="3386885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2" name="Google Shape;1242;p99"/>
          <p:cNvSpPr txBox="1">
            <a:spLocks noGrp="1"/>
          </p:cNvSpPr>
          <p:nvPr>
            <p:ph type="body" idx="6"/>
          </p:nvPr>
        </p:nvSpPr>
        <p:spPr>
          <a:xfrm>
            <a:off x="251046" y="2630499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3" name="Google Shape;1243;p99"/>
          <p:cNvSpPr/>
          <p:nvPr/>
        </p:nvSpPr>
        <p:spPr>
          <a:xfrm>
            <a:off x="2438400" y="1332293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99"/>
          <p:cNvSpPr/>
          <p:nvPr/>
        </p:nvSpPr>
        <p:spPr>
          <a:xfrm>
            <a:off x="2438400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99"/>
          <p:cNvSpPr txBox="1">
            <a:spLocks noGrp="1"/>
          </p:cNvSpPr>
          <p:nvPr>
            <p:ph type="body" idx="7"/>
          </p:nvPr>
        </p:nvSpPr>
        <p:spPr>
          <a:xfrm>
            <a:off x="2480812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6" name="Google Shape;1246;p99"/>
          <p:cNvSpPr txBox="1">
            <a:spLocks noGrp="1"/>
          </p:cNvSpPr>
          <p:nvPr>
            <p:ph type="body" idx="8"/>
          </p:nvPr>
        </p:nvSpPr>
        <p:spPr>
          <a:xfrm>
            <a:off x="2480812" y="1602921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7" name="Google Shape;1247;p99"/>
          <p:cNvSpPr txBox="1">
            <a:spLocks noGrp="1"/>
          </p:cNvSpPr>
          <p:nvPr>
            <p:ph type="body" idx="9"/>
          </p:nvPr>
        </p:nvSpPr>
        <p:spPr>
          <a:xfrm>
            <a:off x="2438224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8" name="Google Shape;1248;p99"/>
          <p:cNvSpPr/>
          <p:nvPr/>
        </p:nvSpPr>
        <p:spPr>
          <a:xfrm>
            <a:off x="2435842" y="3116257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99"/>
          <p:cNvSpPr/>
          <p:nvPr/>
        </p:nvSpPr>
        <p:spPr>
          <a:xfrm>
            <a:off x="2435842" y="2630257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99"/>
          <p:cNvSpPr txBox="1">
            <a:spLocks noGrp="1"/>
          </p:cNvSpPr>
          <p:nvPr>
            <p:ph type="body" idx="13"/>
          </p:nvPr>
        </p:nvSpPr>
        <p:spPr>
          <a:xfrm>
            <a:off x="2478254" y="3168216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1" name="Google Shape;1251;p99"/>
          <p:cNvSpPr txBox="1">
            <a:spLocks noGrp="1"/>
          </p:cNvSpPr>
          <p:nvPr>
            <p:ph type="body" idx="14"/>
          </p:nvPr>
        </p:nvSpPr>
        <p:spPr>
          <a:xfrm>
            <a:off x="2478254" y="3386885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2" name="Google Shape;1252;p99"/>
          <p:cNvSpPr txBox="1">
            <a:spLocks noGrp="1"/>
          </p:cNvSpPr>
          <p:nvPr>
            <p:ph type="body" idx="15"/>
          </p:nvPr>
        </p:nvSpPr>
        <p:spPr>
          <a:xfrm>
            <a:off x="2435666" y="2630499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3" name="Google Shape;1253;p99"/>
          <p:cNvSpPr/>
          <p:nvPr/>
        </p:nvSpPr>
        <p:spPr>
          <a:xfrm>
            <a:off x="4630873" y="1332293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99"/>
          <p:cNvSpPr/>
          <p:nvPr/>
        </p:nvSpPr>
        <p:spPr>
          <a:xfrm>
            <a:off x="4630873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99"/>
          <p:cNvSpPr txBox="1">
            <a:spLocks noGrp="1"/>
          </p:cNvSpPr>
          <p:nvPr>
            <p:ph type="body" idx="16"/>
          </p:nvPr>
        </p:nvSpPr>
        <p:spPr>
          <a:xfrm>
            <a:off x="4673285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6" name="Google Shape;1256;p99"/>
          <p:cNvSpPr txBox="1">
            <a:spLocks noGrp="1"/>
          </p:cNvSpPr>
          <p:nvPr>
            <p:ph type="body" idx="17"/>
          </p:nvPr>
        </p:nvSpPr>
        <p:spPr>
          <a:xfrm>
            <a:off x="4673285" y="1602921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7" name="Google Shape;1257;p99"/>
          <p:cNvSpPr txBox="1">
            <a:spLocks noGrp="1"/>
          </p:cNvSpPr>
          <p:nvPr>
            <p:ph type="body" idx="18"/>
          </p:nvPr>
        </p:nvSpPr>
        <p:spPr>
          <a:xfrm>
            <a:off x="4630697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8" name="Google Shape;1258;p99"/>
          <p:cNvSpPr/>
          <p:nvPr/>
        </p:nvSpPr>
        <p:spPr>
          <a:xfrm>
            <a:off x="4628315" y="3116257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99"/>
          <p:cNvSpPr/>
          <p:nvPr/>
        </p:nvSpPr>
        <p:spPr>
          <a:xfrm>
            <a:off x="4628315" y="2630257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99"/>
          <p:cNvSpPr txBox="1">
            <a:spLocks noGrp="1"/>
          </p:cNvSpPr>
          <p:nvPr>
            <p:ph type="body" idx="19"/>
          </p:nvPr>
        </p:nvSpPr>
        <p:spPr>
          <a:xfrm>
            <a:off x="4670726" y="3168216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1" name="Google Shape;1261;p99"/>
          <p:cNvSpPr txBox="1">
            <a:spLocks noGrp="1"/>
          </p:cNvSpPr>
          <p:nvPr>
            <p:ph type="body" idx="20"/>
          </p:nvPr>
        </p:nvSpPr>
        <p:spPr>
          <a:xfrm>
            <a:off x="4670726" y="3386885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2" name="Google Shape;1262;p99"/>
          <p:cNvSpPr txBox="1">
            <a:spLocks noGrp="1"/>
          </p:cNvSpPr>
          <p:nvPr>
            <p:ph type="body" idx="21"/>
          </p:nvPr>
        </p:nvSpPr>
        <p:spPr>
          <a:xfrm>
            <a:off x="4628138" y="2630499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3" name="Google Shape;1263;p99"/>
          <p:cNvSpPr/>
          <p:nvPr/>
        </p:nvSpPr>
        <p:spPr>
          <a:xfrm>
            <a:off x="6812902" y="1332293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99"/>
          <p:cNvSpPr/>
          <p:nvPr/>
        </p:nvSpPr>
        <p:spPr>
          <a:xfrm>
            <a:off x="6812902" y="846293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99"/>
          <p:cNvSpPr txBox="1">
            <a:spLocks noGrp="1"/>
          </p:cNvSpPr>
          <p:nvPr>
            <p:ph type="body" idx="22"/>
          </p:nvPr>
        </p:nvSpPr>
        <p:spPr>
          <a:xfrm>
            <a:off x="6855313" y="1384252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6" name="Google Shape;1266;p99"/>
          <p:cNvSpPr txBox="1">
            <a:spLocks noGrp="1"/>
          </p:cNvSpPr>
          <p:nvPr>
            <p:ph type="body" idx="23"/>
          </p:nvPr>
        </p:nvSpPr>
        <p:spPr>
          <a:xfrm>
            <a:off x="6855313" y="1602921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7" name="Google Shape;1267;p99"/>
          <p:cNvSpPr txBox="1">
            <a:spLocks noGrp="1"/>
          </p:cNvSpPr>
          <p:nvPr>
            <p:ph type="body" idx="24"/>
          </p:nvPr>
        </p:nvSpPr>
        <p:spPr>
          <a:xfrm>
            <a:off x="6812726" y="846535"/>
            <a:ext cx="207749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8" name="Google Shape;1268;p99"/>
          <p:cNvSpPr/>
          <p:nvPr/>
        </p:nvSpPr>
        <p:spPr>
          <a:xfrm>
            <a:off x="6810344" y="3116257"/>
            <a:ext cx="2077463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99"/>
          <p:cNvSpPr/>
          <p:nvPr/>
        </p:nvSpPr>
        <p:spPr>
          <a:xfrm>
            <a:off x="6810344" y="2630257"/>
            <a:ext cx="2077463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99"/>
          <p:cNvSpPr txBox="1">
            <a:spLocks noGrp="1"/>
          </p:cNvSpPr>
          <p:nvPr>
            <p:ph type="body" idx="25"/>
          </p:nvPr>
        </p:nvSpPr>
        <p:spPr>
          <a:xfrm>
            <a:off x="6852755" y="3168216"/>
            <a:ext cx="1985906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1" name="Google Shape;1271;p99"/>
          <p:cNvSpPr txBox="1">
            <a:spLocks noGrp="1"/>
          </p:cNvSpPr>
          <p:nvPr>
            <p:ph type="body" idx="26"/>
          </p:nvPr>
        </p:nvSpPr>
        <p:spPr>
          <a:xfrm>
            <a:off x="6852755" y="3386885"/>
            <a:ext cx="1985906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2" name="Google Shape;1272;p99"/>
          <p:cNvSpPr txBox="1">
            <a:spLocks noGrp="1"/>
          </p:cNvSpPr>
          <p:nvPr>
            <p:ph type="body" idx="27"/>
          </p:nvPr>
        </p:nvSpPr>
        <p:spPr>
          <a:xfrm>
            <a:off x="6810167" y="2630499"/>
            <a:ext cx="2077494" cy="485775"/>
          </a:xfrm>
          <a:prstGeom prst="rect">
            <a:avLst/>
          </a:prstGeom>
          <a:noFill/>
          <a:ln w="9525" cap="flat" cmpd="sng">
            <a:solidFill>
              <a:srgbClr val="004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3" name="Google Shape;1273;p99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1274" name="Google Shape;1274;p99"/>
          <p:cNvSpPr txBox="1">
            <a:spLocks noGrp="1"/>
          </p:cNvSpPr>
          <p:nvPr>
            <p:ph type="body" idx="28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5" name="Google Shape;1275;p99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276" name="Google Shape;1276;p99"/>
          <p:cNvSpPr txBox="1">
            <a:spLocks noGrp="1"/>
          </p:cNvSpPr>
          <p:nvPr>
            <p:ph type="body" idx="29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дуль и контент">
  <p:cSld name="Модуль и контент"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100"/>
          <p:cNvSpPr/>
          <p:nvPr/>
        </p:nvSpPr>
        <p:spPr>
          <a:xfrm>
            <a:off x="253781" y="1332293"/>
            <a:ext cx="4263564" cy="2968244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100"/>
          <p:cNvSpPr/>
          <p:nvPr/>
        </p:nvSpPr>
        <p:spPr>
          <a:xfrm>
            <a:off x="253781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100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1" name="Google Shape;1281;p100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2" name="Google Shape;1282;p100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3" name="Google Shape;1283;p100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1284" name="Google Shape;1284;p100"/>
          <p:cNvSpPr txBox="1">
            <a:spLocks noGrp="1"/>
          </p:cNvSpPr>
          <p:nvPr>
            <p:ph type="body" idx="4"/>
          </p:nvPr>
        </p:nvSpPr>
        <p:spPr>
          <a:xfrm>
            <a:off x="4625652" y="846293"/>
            <a:ext cx="4221770" cy="344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5" name="Google Shape;1285;p100"/>
          <p:cNvSpPr txBox="1">
            <a:spLocks noGrp="1"/>
          </p:cNvSpPr>
          <p:nvPr>
            <p:ph type="body" idx="5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6" name="Google Shape;1286;p100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287" name="Google Shape;1287;p100"/>
          <p:cNvSpPr txBox="1">
            <a:spLocks noGrp="1"/>
          </p:cNvSpPr>
          <p:nvPr>
            <p:ph type="body" idx="6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дуль и 2 вертикальных контента">
  <p:cSld name="Модуль и 2 вертикальных контента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101"/>
          <p:cNvSpPr/>
          <p:nvPr/>
        </p:nvSpPr>
        <p:spPr>
          <a:xfrm>
            <a:off x="253781" y="1332293"/>
            <a:ext cx="2806126" cy="2968244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101"/>
          <p:cNvSpPr/>
          <p:nvPr/>
        </p:nvSpPr>
        <p:spPr>
          <a:xfrm>
            <a:off x="253781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101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2" name="Google Shape;1292;p101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2682455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3" name="Google Shape;1293;p101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2802377" cy="485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4" name="Google Shape;1294;p101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1295" name="Google Shape;1295;p101"/>
          <p:cNvSpPr txBox="1">
            <a:spLocks noGrp="1"/>
          </p:cNvSpPr>
          <p:nvPr>
            <p:ph type="body" idx="4"/>
          </p:nvPr>
        </p:nvSpPr>
        <p:spPr>
          <a:xfrm>
            <a:off x="3172180" y="846293"/>
            <a:ext cx="2802199" cy="344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6" name="Google Shape;1296;p101"/>
          <p:cNvSpPr txBox="1">
            <a:spLocks noGrp="1"/>
          </p:cNvSpPr>
          <p:nvPr>
            <p:ph type="body" idx="5"/>
          </p:nvPr>
        </p:nvSpPr>
        <p:spPr>
          <a:xfrm>
            <a:off x="6088616" y="846293"/>
            <a:ext cx="2802199" cy="344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7" name="Google Shape;1297;p101"/>
          <p:cNvSpPr txBox="1">
            <a:spLocks noGrp="1"/>
          </p:cNvSpPr>
          <p:nvPr>
            <p:ph type="body" idx="6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8" name="Google Shape;1298;p101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299" name="Google Shape;1299;p101"/>
          <p:cNvSpPr txBox="1">
            <a:spLocks noGrp="1"/>
          </p:cNvSpPr>
          <p:nvPr>
            <p:ph type="body" idx="7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дуль и 2 горизонтальных контента">
  <p:cSld name="Модуль и 2 горизонтальных контента"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102"/>
          <p:cNvSpPr/>
          <p:nvPr/>
        </p:nvSpPr>
        <p:spPr>
          <a:xfrm>
            <a:off x="253781" y="1332293"/>
            <a:ext cx="3534788" cy="2968244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102"/>
          <p:cNvSpPr/>
          <p:nvPr/>
        </p:nvSpPr>
        <p:spPr>
          <a:xfrm>
            <a:off x="253781" y="846293"/>
            <a:ext cx="3534788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102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3379004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4" name="Google Shape;1304;p102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3379004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5" name="Google Shape;1305;p102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3530066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6" name="Google Shape;1306;p102"/>
          <p:cNvSpPr txBox="1">
            <a:spLocks noGrp="1"/>
          </p:cNvSpPr>
          <p:nvPr>
            <p:ph type="body" idx="4"/>
          </p:nvPr>
        </p:nvSpPr>
        <p:spPr>
          <a:xfrm>
            <a:off x="3896916" y="850389"/>
            <a:ext cx="4995863" cy="1667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7" name="Google Shape;1307;p102"/>
          <p:cNvSpPr txBox="1">
            <a:spLocks noGrp="1"/>
          </p:cNvSpPr>
          <p:nvPr>
            <p:ph type="body" idx="5"/>
          </p:nvPr>
        </p:nvSpPr>
        <p:spPr>
          <a:xfrm>
            <a:off x="3896916" y="2625328"/>
            <a:ext cx="4995863" cy="167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8" name="Google Shape;1308;p102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1309" name="Google Shape;1309;p102"/>
          <p:cNvSpPr txBox="1">
            <a:spLocks noGrp="1"/>
          </p:cNvSpPr>
          <p:nvPr>
            <p:ph type="body" idx="6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0" name="Google Shape;1310;p102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311" name="Google Shape;1311;p102"/>
          <p:cNvSpPr txBox="1">
            <a:spLocks noGrp="1"/>
          </p:cNvSpPr>
          <p:nvPr>
            <p:ph type="body" idx="7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2 строки">
  <p:cSld name="Заголовок 2 строки"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103"/>
          <p:cNvSpPr/>
          <p:nvPr/>
        </p:nvSpPr>
        <p:spPr>
          <a:xfrm>
            <a:off x="253781" y="1332293"/>
            <a:ext cx="4263564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103"/>
          <p:cNvSpPr/>
          <p:nvPr/>
        </p:nvSpPr>
        <p:spPr>
          <a:xfrm>
            <a:off x="253781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103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6" name="Google Shape;1316;p103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7" name="Google Shape;1317;p103"/>
          <p:cNvSpPr/>
          <p:nvPr/>
        </p:nvSpPr>
        <p:spPr>
          <a:xfrm>
            <a:off x="4624685" y="1332293"/>
            <a:ext cx="4263564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103"/>
          <p:cNvSpPr/>
          <p:nvPr/>
        </p:nvSpPr>
        <p:spPr>
          <a:xfrm>
            <a:off x="4624685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103"/>
          <p:cNvSpPr txBox="1">
            <a:spLocks noGrp="1"/>
          </p:cNvSpPr>
          <p:nvPr>
            <p:ph type="body" idx="3"/>
          </p:nvPr>
        </p:nvSpPr>
        <p:spPr>
          <a:xfrm>
            <a:off x="4667097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0" name="Google Shape;1320;p103"/>
          <p:cNvSpPr txBox="1">
            <a:spLocks noGrp="1"/>
          </p:cNvSpPr>
          <p:nvPr>
            <p:ph type="body" idx="4"/>
          </p:nvPr>
        </p:nvSpPr>
        <p:spPr>
          <a:xfrm>
            <a:off x="4667097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1" name="Google Shape;1321;p103"/>
          <p:cNvSpPr txBox="1">
            <a:spLocks noGrp="1"/>
          </p:cNvSpPr>
          <p:nvPr>
            <p:ph type="body" idx="5"/>
          </p:nvPr>
        </p:nvSpPr>
        <p:spPr>
          <a:xfrm>
            <a:off x="4633666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2" name="Google Shape;1322;p103"/>
          <p:cNvSpPr txBox="1">
            <a:spLocks noGrp="1"/>
          </p:cNvSpPr>
          <p:nvPr>
            <p:ph type="body" idx="6"/>
          </p:nvPr>
        </p:nvSpPr>
        <p:spPr>
          <a:xfrm>
            <a:off x="253604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3" name="Google Shape;1323;p103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1324" name="Google Shape;1324;p103"/>
          <p:cNvSpPr txBox="1">
            <a:spLocks noGrp="1"/>
          </p:cNvSpPr>
          <p:nvPr>
            <p:ph type="body" idx="7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5" name="Google Shape;1325;p103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326" name="Google Shape;1326;p103"/>
          <p:cNvSpPr txBox="1">
            <a:spLocks noGrp="1"/>
          </p:cNvSpPr>
          <p:nvPr>
            <p:ph type="body" idx="8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3 строки">
  <p:cSld name="Заголовок 3 строки"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104"/>
          <p:cNvSpPr/>
          <p:nvPr/>
        </p:nvSpPr>
        <p:spPr>
          <a:xfrm>
            <a:off x="253781" y="1575319"/>
            <a:ext cx="4263564" cy="3075262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104"/>
          <p:cNvSpPr/>
          <p:nvPr/>
        </p:nvSpPr>
        <p:spPr>
          <a:xfrm>
            <a:off x="253781" y="1089320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104"/>
          <p:cNvSpPr txBox="1">
            <a:spLocks noGrp="1"/>
          </p:cNvSpPr>
          <p:nvPr>
            <p:ph type="body" idx="1"/>
          </p:nvPr>
        </p:nvSpPr>
        <p:spPr>
          <a:xfrm>
            <a:off x="296192" y="1627278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1" name="Google Shape;1331;p104"/>
          <p:cNvSpPr txBox="1">
            <a:spLocks noGrp="1"/>
          </p:cNvSpPr>
          <p:nvPr>
            <p:ph type="body" idx="2"/>
          </p:nvPr>
        </p:nvSpPr>
        <p:spPr>
          <a:xfrm>
            <a:off x="296192" y="1845946"/>
            <a:ext cx="4075661" cy="2700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2" name="Google Shape;1332;p104"/>
          <p:cNvSpPr/>
          <p:nvPr/>
        </p:nvSpPr>
        <p:spPr>
          <a:xfrm>
            <a:off x="4624685" y="1575319"/>
            <a:ext cx="4263564" cy="3075262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104"/>
          <p:cNvSpPr/>
          <p:nvPr/>
        </p:nvSpPr>
        <p:spPr>
          <a:xfrm>
            <a:off x="4624685" y="1089320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104"/>
          <p:cNvSpPr txBox="1">
            <a:spLocks noGrp="1"/>
          </p:cNvSpPr>
          <p:nvPr>
            <p:ph type="body" idx="3"/>
          </p:nvPr>
        </p:nvSpPr>
        <p:spPr>
          <a:xfrm>
            <a:off x="4667097" y="1627278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5" name="Google Shape;1335;p104"/>
          <p:cNvSpPr txBox="1">
            <a:spLocks noGrp="1"/>
          </p:cNvSpPr>
          <p:nvPr>
            <p:ph type="body" idx="4"/>
          </p:nvPr>
        </p:nvSpPr>
        <p:spPr>
          <a:xfrm>
            <a:off x="4667097" y="1845946"/>
            <a:ext cx="4075661" cy="2700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6" name="Google Shape;1336;p104"/>
          <p:cNvSpPr txBox="1">
            <a:spLocks noGrp="1"/>
          </p:cNvSpPr>
          <p:nvPr>
            <p:ph type="body" idx="5"/>
          </p:nvPr>
        </p:nvSpPr>
        <p:spPr>
          <a:xfrm>
            <a:off x="4633666" y="1089561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7" name="Google Shape;1337;p104"/>
          <p:cNvSpPr txBox="1">
            <a:spLocks noGrp="1"/>
          </p:cNvSpPr>
          <p:nvPr>
            <p:ph type="body" idx="6"/>
          </p:nvPr>
        </p:nvSpPr>
        <p:spPr>
          <a:xfrm>
            <a:off x="253604" y="1094929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8" name="Google Shape;1338;p104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1339" name="Google Shape;1339;p104"/>
          <p:cNvSpPr txBox="1">
            <a:spLocks noGrp="1"/>
          </p:cNvSpPr>
          <p:nvPr>
            <p:ph type="body" idx="7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0" name="Google Shape;1340;p104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863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341" name="Google Shape;1341;p104"/>
          <p:cNvSpPr txBox="1">
            <a:spLocks noGrp="1"/>
          </p:cNvSpPr>
          <p:nvPr>
            <p:ph type="body" idx="8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+дескриптор">
  <p:cSld name="Заголовок+дескриптор"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105"/>
          <p:cNvSpPr/>
          <p:nvPr/>
        </p:nvSpPr>
        <p:spPr>
          <a:xfrm>
            <a:off x="253781" y="1332293"/>
            <a:ext cx="4263564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105"/>
          <p:cNvSpPr/>
          <p:nvPr/>
        </p:nvSpPr>
        <p:spPr>
          <a:xfrm>
            <a:off x="253781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105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6" name="Google Shape;1346;p105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7" name="Google Shape;1347;p105"/>
          <p:cNvSpPr/>
          <p:nvPr/>
        </p:nvSpPr>
        <p:spPr>
          <a:xfrm>
            <a:off x="4624685" y="1332293"/>
            <a:ext cx="4263564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105"/>
          <p:cNvSpPr/>
          <p:nvPr/>
        </p:nvSpPr>
        <p:spPr>
          <a:xfrm>
            <a:off x="4624685" y="846293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105"/>
          <p:cNvSpPr txBox="1">
            <a:spLocks noGrp="1"/>
          </p:cNvSpPr>
          <p:nvPr>
            <p:ph type="body" idx="3"/>
          </p:nvPr>
        </p:nvSpPr>
        <p:spPr>
          <a:xfrm>
            <a:off x="4667097" y="1384252"/>
            <a:ext cx="407566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0" name="Google Shape;1350;p105"/>
          <p:cNvSpPr txBox="1">
            <a:spLocks noGrp="1"/>
          </p:cNvSpPr>
          <p:nvPr>
            <p:ph type="body" idx="4"/>
          </p:nvPr>
        </p:nvSpPr>
        <p:spPr>
          <a:xfrm>
            <a:off x="4667097" y="1602920"/>
            <a:ext cx="4075661" cy="256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1" name="Google Shape;1351;p105"/>
          <p:cNvSpPr txBox="1">
            <a:spLocks noGrp="1"/>
          </p:cNvSpPr>
          <p:nvPr>
            <p:ph type="body" idx="5"/>
          </p:nvPr>
        </p:nvSpPr>
        <p:spPr>
          <a:xfrm>
            <a:off x="4633666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2" name="Google Shape;1352;p105"/>
          <p:cNvSpPr txBox="1">
            <a:spLocks noGrp="1"/>
          </p:cNvSpPr>
          <p:nvPr>
            <p:ph type="body" idx="6"/>
          </p:nvPr>
        </p:nvSpPr>
        <p:spPr>
          <a:xfrm>
            <a:off x="255640" y="545236"/>
            <a:ext cx="6449960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3" name="Google Shape;1353;p105"/>
          <p:cNvSpPr txBox="1">
            <a:spLocks noGrp="1"/>
          </p:cNvSpPr>
          <p:nvPr>
            <p:ph type="body" idx="7"/>
          </p:nvPr>
        </p:nvSpPr>
        <p:spPr>
          <a:xfrm>
            <a:off x="253604" y="846535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4" name="Google Shape;1354;p105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1355" name="Google Shape;1355;p105"/>
          <p:cNvSpPr txBox="1">
            <a:spLocks noGrp="1"/>
          </p:cNvSpPr>
          <p:nvPr>
            <p:ph type="body" idx="8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6" name="Google Shape;1356;p105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27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357" name="Google Shape;1357;p105"/>
          <p:cNvSpPr txBox="1">
            <a:spLocks noGrp="1"/>
          </p:cNvSpPr>
          <p:nvPr>
            <p:ph type="body" idx="9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+надзаголовок">
  <p:cSld name="Заголовок+надзаголовок"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106"/>
          <p:cNvSpPr/>
          <p:nvPr/>
        </p:nvSpPr>
        <p:spPr>
          <a:xfrm>
            <a:off x="253781" y="1575319"/>
            <a:ext cx="4263564" cy="3075262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106"/>
          <p:cNvSpPr/>
          <p:nvPr/>
        </p:nvSpPr>
        <p:spPr>
          <a:xfrm>
            <a:off x="253781" y="1089320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106"/>
          <p:cNvSpPr txBox="1">
            <a:spLocks noGrp="1"/>
          </p:cNvSpPr>
          <p:nvPr>
            <p:ph type="body" idx="1"/>
          </p:nvPr>
        </p:nvSpPr>
        <p:spPr>
          <a:xfrm>
            <a:off x="296192" y="1627278"/>
            <a:ext cx="418300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2" name="Google Shape;1362;p106"/>
          <p:cNvSpPr txBox="1">
            <a:spLocks noGrp="1"/>
          </p:cNvSpPr>
          <p:nvPr>
            <p:ph type="body" idx="2"/>
          </p:nvPr>
        </p:nvSpPr>
        <p:spPr>
          <a:xfrm>
            <a:off x="296192" y="1845946"/>
            <a:ext cx="4183001" cy="2700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3" name="Google Shape;1363;p106"/>
          <p:cNvSpPr/>
          <p:nvPr/>
        </p:nvSpPr>
        <p:spPr>
          <a:xfrm>
            <a:off x="4624685" y="1575319"/>
            <a:ext cx="4263564" cy="3075262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106"/>
          <p:cNvSpPr/>
          <p:nvPr/>
        </p:nvSpPr>
        <p:spPr>
          <a:xfrm>
            <a:off x="4624685" y="1089320"/>
            <a:ext cx="4263564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106"/>
          <p:cNvSpPr txBox="1">
            <a:spLocks noGrp="1"/>
          </p:cNvSpPr>
          <p:nvPr>
            <p:ph type="body" idx="3"/>
          </p:nvPr>
        </p:nvSpPr>
        <p:spPr>
          <a:xfrm>
            <a:off x="4667097" y="1627278"/>
            <a:ext cx="4180711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6" name="Google Shape;1366;p106"/>
          <p:cNvSpPr txBox="1">
            <a:spLocks noGrp="1"/>
          </p:cNvSpPr>
          <p:nvPr>
            <p:ph type="body" idx="4"/>
          </p:nvPr>
        </p:nvSpPr>
        <p:spPr>
          <a:xfrm>
            <a:off x="4667097" y="1845946"/>
            <a:ext cx="4180711" cy="2700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7" name="Google Shape;1367;p106"/>
          <p:cNvSpPr txBox="1">
            <a:spLocks noGrp="1"/>
          </p:cNvSpPr>
          <p:nvPr>
            <p:ph type="body" idx="5"/>
          </p:nvPr>
        </p:nvSpPr>
        <p:spPr>
          <a:xfrm>
            <a:off x="4633666" y="1089561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8" name="Google Shape;1368;p106"/>
          <p:cNvSpPr txBox="1">
            <a:spLocks noGrp="1"/>
          </p:cNvSpPr>
          <p:nvPr>
            <p:ph type="title"/>
          </p:nvPr>
        </p:nvSpPr>
        <p:spPr>
          <a:xfrm>
            <a:off x="181065" y="485839"/>
            <a:ext cx="652453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369" name="Google Shape;1369;p106"/>
          <p:cNvSpPr txBox="1">
            <a:spLocks noGrp="1"/>
          </p:cNvSpPr>
          <p:nvPr>
            <p:ph type="body" idx="6"/>
          </p:nvPr>
        </p:nvSpPr>
        <p:spPr>
          <a:xfrm>
            <a:off x="255640" y="816383"/>
            <a:ext cx="6449960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0" name="Google Shape;1370;p106"/>
          <p:cNvSpPr txBox="1">
            <a:spLocks noGrp="1"/>
          </p:cNvSpPr>
          <p:nvPr>
            <p:ph type="body" idx="7"/>
          </p:nvPr>
        </p:nvSpPr>
        <p:spPr>
          <a:xfrm>
            <a:off x="183941" y="208196"/>
            <a:ext cx="6521659" cy="229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sz="11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1" name="Google Shape;1371;p106"/>
          <p:cNvSpPr txBox="1">
            <a:spLocks noGrp="1"/>
          </p:cNvSpPr>
          <p:nvPr>
            <p:ph type="body" idx="8"/>
          </p:nvPr>
        </p:nvSpPr>
        <p:spPr>
          <a:xfrm>
            <a:off x="253604" y="1094929"/>
            <a:ext cx="42636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2" name="Google Shape;1372;p106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1373" name="Google Shape;1373;p106"/>
          <p:cNvSpPr txBox="1">
            <a:spLocks noGrp="1"/>
          </p:cNvSpPr>
          <p:nvPr>
            <p:ph type="body" idx="9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4" name="Google Shape;1374;p106"/>
          <p:cNvSpPr txBox="1">
            <a:spLocks noGrp="1"/>
          </p:cNvSpPr>
          <p:nvPr>
            <p:ph type="body" idx="13"/>
          </p:nvPr>
        </p:nvSpPr>
        <p:spPr>
          <a:xfrm>
            <a:off x="6812756" y="212351"/>
            <a:ext cx="2147066" cy="27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фото_Белые_колонтитулы">
  <p:cSld name="Слайд фото_Белые_колонтитулы"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107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77" name="Google Shape;1377;p107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378" name="Google Shape;1378;p107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379" name="Google Shape;1379;p107"/>
          <p:cNvSpPr txBox="1">
            <a:spLocks noGrp="1"/>
          </p:cNvSpPr>
          <p:nvPr>
            <p:ph type="body" idx="1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0" name="Google Shape;1380;p107"/>
          <p:cNvSpPr txBox="1">
            <a:spLocks noGrp="1"/>
          </p:cNvSpPr>
          <p:nvPr>
            <p:ph type="body" idx="3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фото_Серые_колонтитулы">
  <p:cSld name="Слайд фото_Серые_колонтитулы"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08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7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1383" name="Google Shape;1383;p108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384" name="Google Shape;1384;p108"/>
          <p:cNvSpPr txBox="1">
            <a:spLocks noGrp="1"/>
          </p:cNvSpPr>
          <p:nvPr>
            <p:ph type="body" idx="1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5" name="Google Shape;1385;p108"/>
          <p:cNvSpPr txBox="1">
            <a:spLocks noGrp="1"/>
          </p:cNvSpPr>
          <p:nvPr>
            <p:ph type="body" idx="2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6" name="Google Shape;1386;p108"/>
          <p:cNvSpPr>
            <a:spLocks noGrp="1"/>
          </p:cNvSpPr>
          <p:nvPr>
            <p:ph type="pic" idx="3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кап Монитор">
  <p:cSld name="Мокап Монитор"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8" name="Google Shape;1388;p1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05200" y="579696"/>
            <a:ext cx="5879157" cy="441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109"/>
          <p:cNvSpPr/>
          <p:nvPr/>
        </p:nvSpPr>
        <p:spPr>
          <a:xfrm>
            <a:off x="253781" y="1332293"/>
            <a:ext cx="3534788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109"/>
          <p:cNvSpPr/>
          <p:nvPr/>
        </p:nvSpPr>
        <p:spPr>
          <a:xfrm>
            <a:off x="253781" y="846293"/>
            <a:ext cx="3534788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109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3353243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2" name="Google Shape;1392;p109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3492377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3" name="Google Shape;1393;p109"/>
          <p:cNvSpPr txBox="1">
            <a:spLocks noGrp="1"/>
          </p:cNvSpPr>
          <p:nvPr>
            <p:ph type="body" idx="3"/>
          </p:nvPr>
        </p:nvSpPr>
        <p:spPr>
          <a:xfrm>
            <a:off x="253604" y="846535"/>
            <a:ext cx="353478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4" name="Google Shape;1394;p109"/>
          <p:cNvSpPr>
            <a:spLocks noGrp="1"/>
          </p:cNvSpPr>
          <p:nvPr>
            <p:ph type="pic" idx="4"/>
          </p:nvPr>
        </p:nvSpPr>
        <p:spPr>
          <a:xfrm>
            <a:off x="4099322" y="1043940"/>
            <a:ext cx="4601545" cy="2582704"/>
          </a:xfrm>
          <a:prstGeom prst="rect">
            <a:avLst/>
          </a:prstGeom>
          <a:noFill/>
          <a:ln>
            <a:noFill/>
          </a:ln>
        </p:spPr>
      </p:sp>
      <p:sp>
        <p:nvSpPr>
          <p:cNvPr id="1395" name="Google Shape;1395;p109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1396" name="Google Shape;1396;p109"/>
          <p:cNvSpPr txBox="1">
            <a:spLocks noGrp="1"/>
          </p:cNvSpPr>
          <p:nvPr>
            <p:ph type="body" idx="5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7" name="Google Shape;1397;p109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398" name="Google Shape;1398;p109"/>
          <p:cNvSpPr txBox="1">
            <a:spLocks noGrp="1"/>
          </p:cNvSpPr>
          <p:nvPr>
            <p:ph type="body" idx="6"/>
          </p:nvPr>
        </p:nvSpPr>
        <p:spPr>
          <a:xfrm>
            <a:off x="6812756" y="212352"/>
            <a:ext cx="2147066" cy="22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9" name="Google Shape;1399;p109"/>
          <p:cNvSpPr/>
          <p:nvPr/>
        </p:nvSpPr>
        <p:spPr>
          <a:xfrm>
            <a:off x="6331105" y="3696629"/>
            <a:ext cx="212211" cy="117088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кап Планшет">
  <p:cSld name="Мокап Планшет"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110"/>
          <p:cNvSpPr/>
          <p:nvPr/>
        </p:nvSpPr>
        <p:spPr>
          <a:xfrm>
            <a:off x="253781" y="1332293"/>
            <a:ext cx="2806126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110"/>
          <p:cNvSpPr/>
          <p:nvPr/>
        </p:nvSpPr>
        <p:spPr>
          <a:xfrm>
            <a:off x="253781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110"/>
          <p:cNvSpPr txBox="1">
            <a:spLocks noGrp="1"/>
          </p:cNvSpPr>
          <p:nvPr>
            <p:ph type="body" idx="1"/>
          </p:nvPr>
        </p:nvSpPr>
        <p:spPr>
          <a:xfrm>
            <a:off x="296192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4" name="Google Shape;1404;p110"/>
          <p:cNvSpPr txBox="1">
            <a:spLocks noGrp="1"/>
          </p:cNvSpPr>
          <p:nvPr>
            <p:ph type="body" idx="2"/>
          </p:nvPr>
        </p:nvSpPr>
        <p:spPr>
          <a:xfrm>
            <a:off x="296192" y="1602920"/>
            <a:ext cx="2682455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5" name="Google Shape;1405;p110"/>
          <p:cNvSpPr txBox="1">
            <a:spLocks noGrp="1"/>
          </p:cNvSpPr>
          <p:nvPr>
            <p:ph type="body" idx="3"/>
          </p:nvPr>
        </p:nvSpPr>
        <p:spPr>
          <a:xfrm>
            <a:off x="253603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6" name="Google Shape;1406;p110"/>
          <p:cNvSpPr/>
          <p:nvPr/>
        </p:nvSpPr>
        <p:spPr>
          <a:xfrm>
            <a:off x="3167015" y="1332293"/>
            <a:ext cx="2806126" cy="3314895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110"/>
          <p:cNvSpPr/>
          <p:nvPr/>
        </p:nvSpPr>
        <p:spPr>
          <a:xfrm>
            <a:off x="3167015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110"/>
          <p:cNvSpPr txBox="1">
            <a:spLocks noGrp="1"/>
          </p:cNvSpPr>
          <p:nvPr>
            <p:ph type="body" idx="4"/>
          </p:nvPr>
        </p:nvSpPr>
        <p:spPr>
          <a:xfrm>
            <a:off x="3209427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9" name="Google Shape;1409;p110"/>
          <p:cNvSpPr txBox="1">
            <a:spLocks noGrp="1"/>
          </p:cNvSpPr>
          <p:nvPr>
            <p:ph type="body" idx="5"/>
          </p:nvPr>
        </p:nvSpPr>
        <p:spPr>
          <a:xfrm>
            <a:off x="3209427" y="1602920"/>
            <a:ext cx="2682455" cy="304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0" name="Google Shape;1410;p110"/>
          <p:cNvSpPr txBox="1">
            <a:spLocks noGrp="1"/>
          </p:cNvSpPr>
          <p:nvPr>
            <p:ph type="body" idx="6"/>
          </p:nvPr>
        </p:nvSpPr>
        <p:spPr>
          <a:xfrm>
            <a:off x="3166838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1" name="Google Shape;1411;p110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1412" name="Google Shape;1412;p110"/>
          <p:cNvSpPr txBox="1">
            <a:spLocks noGrp="1"/>
          </p:cNvSpPr>
          <p:nvPr>
            <p:ph type="body" idx="7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3" name="Google Shape;1413;p110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414" name="Google Shape;1414;p110"/>
          <p:cNvSpPr txBox="1">
            <a:spLocks noGrp="1"/>
          </p:cNvSpPr>
          <p:nvPr>
            <p:ph type="body" idx="8"/>
          </p:nvPr>
        </p:nvSpPr>
        <p:spPr>
          <a:xfrm>
            <a:off x="6812756" y="212351"/>
            <a:ext cx="214706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15" name="Google Shape;1415;p110" descr="A white rectangle with a black background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43983" y="399999"/>
            <a:ext cx="3156976" cy="5181662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110"/>
          <p:cNvSpPr>
            <a:spLocks noGrp="1"/>
          </p:cNvSpPr>
          <p:nvPr>
            <p:ph type="pic" idx="9"/>
          </p:nvPr>
        </p:nvSpPr>
        <p:spPr>
          <a:xfrm>
            <a:off x="6215606" y="952500"/>
            <a:ext cx="2641477" cy="3576637"/>
          </a:xfrm>
          <a:prstGeom prst="roundRect">
            <a:avLst>
              <a:gd name="adj" fmla="val 4275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кап Телефон">
  <p:cSld name="Мокап Телефон"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111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702724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419" name="Google Shape;1419;p111"/>
          <p:cNvSpPr/>
          <p:nvPr/>
        </p:nvSpPr>
        <p:spPr>
          <a:xfrm>
            <a:off x="3899474" y="1332293"/>
            <a:ext cx="2806126" cy="2968244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111"/>
          <p:cNvSpPr/>
          <p:nvPr/>
        </p:nvSpPr>
        <p:spPr>
          <a:xfrm>
            <a:off x="3899474" y="846293"/>
            <a:ext cx="2806126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111"/>
          <p:cNvSpPr txBox="1">
            <a:spLocks noGrp="1"/>
          </p:cNvSpPr>
          <p:nvPr>
            <p:ph type="body" idx="1"/>
          </p:nvPr>
        </p:nvSpPr>
        <p:spPr>
          <a:xfrm>
            <a:off x="3941886" y="1384252"/>
            <a:ext cx="2682455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2" name="Google Shape;1422;p111"/>
          <p:cNvSpPr txBox="1">
            <a:spLocks noGrp="1"/>
          </p:cNvSpPr>
          <p:nvPr>
            <p:ph type="body" idx="2"/>
          </p:nvPr>
        </p:nvSpPr>
        <p:spPr>
          <a:xfrm>
            <a:off x="3941886" y="1602920"/>
            <a:ext cx="2682455" cy="261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3" name="Google Shape;1423;p111"/>
          <p:cNvSpPr txBox="1">
            <a:spLocks noGrp="1"/>
          </p:cNvSpPr>
          <p:nvPr>
            <p:ph type="body" idx="3"/>
          </p:nvPr>
        </p:nvSpPr>
        <p:spPr>
          <a:xfrm>
            <a:off x="3899297" y="846535"/>
            <a:ext cx="28061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4" name="Google Shape;1424;p111"/>
          <p:cNvSpPr/>
          <p:nvPr/>
        </p:nvSpPr>
        <p:spPr>
          <a:xfrm>
            <a:off x="253781" y="1332293"/>
            <a:ext cx="3534788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111"/>
          <p:cNvSpPr/>
          <p:nvPr/>
        </p:nvSpPr>
        <p:spPr>
          <a:xfrm>
            <a:off x="253781" y="846293"/>
            <a:ext cx="3534788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111"/>
          <p:cNvSpPr txBox="1">
            <a:spLocks noGrp="1"/>
          </p:cNvSpPr>
          <p:nvPr>
            <p:ph type="body" idx="4"/>
          </p:nvPr>
        </p:nvSpPr>
        <p:spPr>
          <a:xfrm>
            <a:off x="296192" y="1384252"/>
            <a:ext cx="3379004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7" name="Google Shape;1427;p111"/>
          <p:cNvSpPr txBox="1">
            <a:spLocks noGrp="1"/>
          </p:cNvSpPr>
          <p:nvPr>
            <p:ph type="body" idx="5"/>
          </p:nvPr>
        </p:nvSpPr>
        <p:spPr>
          <a:xfrm>
            <a:off x="296192" y="1602921"/>
            <a:ext cx="3379004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8" name="Google Shape;1428;p111"/>
          <p:cNvSpPr txBox="1">
            <a:spLocks noGrp="1"/>
          </p:cNvSpPr>
          <p:nvPr>
            <p:ph type="body" idx="6"/>
          </p:nvPr>
        </p:nvSpPr>
        <p:spPr>
          <a:xfrm>
            <a:off x="253604" y="846535"/>
            <a:ext cx="3534841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9" name="Google Shape;1429;p111"/>
          <p:cNvSpPr/>
          <p:nvPr/>
        </p:nvSpPr>
        <p:spPr>
          <a:xfrm>
            <a:off x="251222" y="3116257"/>
            <a:ext cx="3534788" cy="1183127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111"/>
          <p:cNvSpPr/>
          <p:nvPr/>
        </p:nvSpPr>
        <p:spPr>
          <a:xfrm>
            <a:off x="251222" y="2630257"/>
            <a:ext cx="3534788" cy="486000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111"/>
          <p:cNvSpPr txBox="1">
            <a:spLocks noGrp="1"/>
          </p:cNvSpPr>
          <p:nvPr>
            <p:ph type="body" idx="7"/>
          </p:nvPr>
        </p:nvSpPr>
        <p:spPr>
          <a:xfrm>
            <a:off x="293634" y="3168216"/>
            <a:ext cx="3379004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▪"/>
              <a:defRPr sz="900" b="1" i="0" u="none" strike="noStrike" cap="non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2" name="Google Shape;1432;p111"/>
          <p:cNvSpPr txBox="1">
            <a:spLocks noGrp="1"/>
          </p:cNvSpPr>
          <p:nvPr>
            <p:ph type="body" idx="8"/>
          </p:nvPr>
        </p:nvSpPr>
        <p:spPr>
          <a:xfrm>
            <a:off x="293634" y="3386885"/>
            <a:ext cx="3379004" cy="8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3" name="Google Shape;1433;p111"/>
          <p:cNvSpPr txBox="1">
            <a:spLocks noGrp="1"/>
          </p:cNvSpPr>
          <p:nvPr>
            <p:ph type="body" idx="9"/>
          </p:nvPr>
        </p:nvSpPr>
        <p:spPr>
          <a:xfrm>
            <a:off x="251045" y="2630499"/>
            <a:ext cx="3534841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108000" bIns="108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4" name="Google Shape;1434;p111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>
                <a:solidFill>
                  <a:srgbClr val="AAAAAA"/>
                </a:solidFill>
              </a:rPr>
              <a:t>‹#›</a:t>
            </a:fld>
            <a:endParaRPr>
              <a:solidFill>
                <a:srgbClr val="AAAAAA"/>
              </a:solidFill>
            </a:endParaRPr>
          </a:p>
        </p:txBody>
      </p:sp>
      <p:sp>
        <p:nvSpPr>
          <p:cNvPr id="1435" name="Google Shape;1435;p111"/>
          <p:cNvSpPr txBox="1">
            <a:spLocks noGrp="1"/>
          </p:cNvSpPr>
          <p:nvPr>
            <p:ph type="body" idx="13"/>
          </p:nvPr>
        </p:nvSpPr>
        <p:spPr>
          <a:xfrm>
            <a:off x="180583" y="4800167"/>
            <a:ext cx="4293394" cy="1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sz="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6" name="Google Shape;1436;p111"/>
          <p:cNvSpPr txBox="1">
            <a:spLocks noGrp="1"/>
          </p:cNvSpPr>
          <p:nvPr>
            <p:ph type="body" idx="14"/>
          </p:nvPr>
        </p:nvSpPr>
        <p:spPr>
          <a:xfrm>
            <a:off x="7294418" y="182207"/>
            <a:ext cx="1665404" cy="248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37" name="Google Shape;1437;p111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6500" y="427490"/>
            <a:ext cx="4317623" cy="4317623"/>
          </a:xfrm>
          <a:prstGeom prst="rect">
            <a:avLst/>
          </a:prstGeom>
          <a:noFill/>
          <a:ln>
            <a:noFill/>
          </a:ln>
        </p:spPr>
      </p:pic>
      <p:sp>
        <p:nvSpPr>
          <p:cNvPr id="1438" name="Google Shape;1438;p111"/>
          <p:cNvSpPr>
            <a:spLocks noGrp="1"/>
          </p:cNvSpPr>
          <p:nvPr>
            <p:ph type="pic" idx="15"/>
          </p:nvPr>
        </p:nvSpPr>
        <p:spPr>
          <a:xfrm>
            <a:off x="7076940" y="846294"/>
            <a:ext cx="1600201" cy="3453090"/>
          </a:xfrm>
          <a:prstGeom prst="roundRect">
            <a:avLst>
              <a:gd name="adj" fmla="val 12424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84.xml"/><Relationship Id="rId26" Type="http://schemas.openxmlformats.org/officeDocument/2006/relationships/slideLayout" Target="../slideLayouts/slideLayout92.xml"/><Relationship Id="rId39" Type="http://schemas.openxmlformats.org/officeDocument/2006/relationships/slideLayout" Target="../slideLayouts/slideLayout105.xml"/><Relationship Id="rId21" Type="http://schemas.openxmlformats.org/officeDocument/2006/relationships/slideLayout" Target="../slideLayouts/slideLayout87.xml"/><Relationship Id="rId34" Type="http://schemas.openxmlformats.org/officeDocument/2006/relationships/slideLayout" Target="../slideLayouts/slideLayout100.xml"/><Relationship Id="rId42" Type="http://schemas.openxmlformats.org/officeDocument/2006/relationships/theme" Target="../theme/theme4.xml"/><Relationship Id="rId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82.xml"/><Relationship Id="rId20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95.xml"/><Relationship Id="rId41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90.xml"/><Relationship Id="rId32" Type="http://schemas.openxmlformats.org/officeDocument/2006/relationships/slideLayout" Target="../slideLayouts/slideLayout98.xml"/><Relationship Id="rId37" Type="http://schemas.openxmlformats.org/officeDocument/2006/relationships/slideLayout" Target="../slideLayouts/slideLayout103.xml"/><Relationship Id="rId40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81.xml"/><Relationship Id="rId23" Type="http://schemas.openxmlformats.org/officeDocument/2006/relationships/slideLayout" Target="../slideLayouts/slideLayout89.xml"/><Relationship Id="rId28" Type="http://schemas.openxmlformats.org/officeDocument/2006/relationships/slideLayout" Target="../slideLayouts/slideLayout94.xml"/><Relationship Id="rId36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85.xml"/><Relationship Id="rId31" Type="http://schemas.openxmlformats.org/officeDocument/2006/relationships/slideLayout" Target="../slideLayouts/slideLayout97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80.xml"/><Relationship Id="rId22" Type="http://schemas.openxmlformats.org/officeDocument/2006/relationships/slideLayout" Target="../slideLayouts/slideLayout88.xml"/><Relationship Id="rId27" Type="http://schemas.openxmlformats.org/officeDocument/2006/relationships/slideLayout" Target="../slideLayouts/slideLayout93.xml"/><Relationship Id="rId30" Type="http://schemas.openxmlformats.org/officeDocument/2006/relationships/slideLayout" Target="../slideLayouts/slideLayout96.xml"/><Relationship Id="rId35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8.xml"/><Relationship Id="rId17" Type="http://schemas.openxmlformats.org/officeDocument/2006/relationships/slideLayout" Target="../slideLayouts/slideLayout83.xml"/><Relationship Id="rId25" Type="http://schemas.openxmlformats.org/officeDocument/2006/relationships/slideLayout" Target="../slideLayouts/slideLayout91.xml"/><Relationship Id="rId33" Type="http://schemas.openxmlformats.org/officeDocument/2006/relationships/slideLayout" Target="../slideLayouts/slideLayout99.xml"/><Relationship Id="rId38" Type="http://schemas.openxmlformats.org/officeDocument/2006/relationships/slideLayout" Target="../slideLayouts/slideLayout10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8023045" y="4836683"/>
            <a:ext cx="869734" cy="113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700"/>
              <a:buFont typeface="Arial"/>
              <a:buNone/>
            </a:pPr>
            <a:r>
              <a:rPr lang="ru" sz="7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ГАЗПРОМ НЕФТЬ   </a:t>
            </a:r>
            <a:fld id="{00000000-1234-1234-1234-123412341234}" type="slidenum">
              <a:rPr lang="ru" sz="7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0" i="0" u="none" strike="noStrike" cap="none">
              <a:solidFill>
                <a:srgbClr val="8A8A8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3"/>
          <p:cNvSpPr txBox="1">
            <a:spLocks noGrp="1"/>
          </p:cNvSpPr>
          <p:nvPr>
            <p:ph type="sldNum" idx="12"/>
          </p:nvPr>
        </p:nvSpPr>
        <p:spPr>
          <a:xfrm>
            <a:off x="6551783" y="4722390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2" r:id="rId25"/>
    <p:sldLayoutId id="2147483713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70"/>
          <p:cNvSpPr txBox="1">
            <a:spLocks noGrp="1"/>
          </p:cNvSpPr>
          <p:nvPr>
            <p:ph type="sldNum" idx="12"/>
          </p:nvPr>
        </p:nvSpPr>
        <p:spPr>
          <a:xfrm>
            <a:off x="6551783" y="4722390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ГАЗПРОМ НЕФТЬ   </a:t>
            </a: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536">
          <p15:clr>
            <a:srgbClr val="F26B43"/>
          </p15:clr>
        </p15:guide>
        <p15:guide id="2" orient="horz" pos="905">
          <p15:clr>
            <a:srgbClr val="F26B43"/>
          </p15:clr>
        </p15:guide>
        <p15:guide id="3" pos="5602">
          <p15:clr>
            <a:srgbClr val="F26B43"/>
          </p15:clr>
        </p15:guide>
        <p15:guide id="4" pos="158">
          <p15:clr>
            <a:srgbClr val="F26B43"/>
          </p15:clr>
        </p15:guide>
        <p15:guide id="5" orient="horz" pos="157">
          <p15:clr>
            <a:srgbClr val="F26B43"/>
          </p15:clr>
        </p15:guide>
        <p15:guide id="6" orient="horz" pos="3083">
          <p15:clr>
            <a:srgbClr val="F26B43"/>
          </p15:clr>
        </p15:guide>
        <p15:guide id="7" pos="1469">
          <p15:clr>
            <a:srgbClr val="F26B43"/>
          </p15:clr>
        </p15:guide>
        <p15:guide id="8" pos="1927">
          <p15:clr>
            <a:srgbClr val="F26B43"/>
          </p15:clr>
        </p15:guide>
        <p15:guide id="9" orient="horz" pos="838">
          <p15:clr>
            <a:srgbClr val="F26B43"/>
          </p15:clr>
        </p15:guide>
        <p15:guide id="10" orient="horz" pos="1212">
          <p15:clr>
            <a:srgbClr val="F26B43"/>
          </p15:clr>
        </p15:guide>
        <p15:guide id="11" pos="1077">
          <p15:clr>
            <a:srgbClr val="F26B43"/>
          </p15:clr>
        </p15:guide>
        <p15:guide id="12" pos="1009">
          <p15:clr>
            <a:srgbClr val="F26B43"/>
          </p15:clr>
        </p15:guide>
        <p15:guide id="13" pos="618">
          <p15:clr>
            <a:srgbClr val="F26B43"/>
          </p15:clr>
        </p15:guide>
        <p15:guide id="14" pos="2387">
          <p15:clr>
            <a:srgbClr val="F26B43"/>
          </p15:clr>
        </p15:guide>
        <p15:guide id="15" pos="2455">
          <p15:clr>
            <a:srgbClr val="F26B43"/>
          </p15:clr>
        </p15:guide>
        <p15:guide id="16" pos="2846">
          <p15:clr>
            <a:srgbClr val="F26B43"/>
          </p15:clr>
        </p15:guide>
        <p15:guide id="17" pos="550">
          <p15:clr>
            <a:srgbClr val="F26B43"/>
          </p15:clr>
        </p15:guide>
        <p15:guide id="18" orient="horz" pos="463">
          <p15:clr>
            <a:srgbClr val="F26B43"/>
          </p15:clr>
        </p15:guide>
        <p15:guide id="19" pos="1996">
          <p15:clr>
            <a:srgbClr val="F26B43"/>
          </p15:clr>
        </p15:guide>
        <p15:guide id="20" pos="2914">
          <p15:clr>
            <a:srgbClr val="F26B43"/>
          </p15:clr>
        </p15:guide>
        <p15:guide id="21" pos="3305">
          <p15:clr>
            <a:srgbClr val="F26B43"/>
          </p15:clr>
        </p15:guide>
        <p15:guide id="22" pos="3373">
          <p15:clr>
            <a:srgbClr val="F26B43"/>
          </p15:clr>
        </p15:guide>
        <p15:guide id="23" pos="3764">
          <p15:clr>
            <a:srgbClr val="F26B43"/>
          </p15:clr>
        </p15:guide>
        <p15:guide id="24" pos="4224">
          <p15:clr>
            <a:srgbClr val="F26B43"/>
          </p15:clr>
        </p15:guide>
        <p15:guide id="25" pos="3833">
          <p15:clr>
            <a:srgbClr val="F26B43"/>
          </p15:clr>
        </p15:guide>
        <p15:guide id="26" pos="4291">
          <p15:clr>
            <a:srgbClr val="F26B43"/>
          </p15:clr>
        </p15:guide>
        <p15:guide id="27" pos="4683">
          <p15:clr>
            <a:srgbClr val="F26B43"/>
          </p15:clr>
        </p15:guide>
        <p15:guide id="28" pos="4751">
          <p15:clr>
            <a:srgbClr val="F26B43"/>
          </p15:clr>
        </p15:guide>
        <p15:guide id="29" pos="5142">
          <p15:clr>
            <a:srgbClr val="F26B43"/>
          </p15:clr>
        </p15:guide>
        <p15:guide id="30" pos="5210">
          <p15:clr>
            <a:srgbClr val="F26B43"/>
          </p15:clr>
        </p15:guide>
        <p15:guide id="31" orient="horz" pos="2929">
          <p15:clr>
            <a:srgbClr val="F26B43"/>
          </p15:clr>
        </p15:guide>
        <p15:guide id="32" orient="horz" pos="1279">
          <p15:clr>
            <a:srgbClr val="F26B43"/>
          </p15:clr>
        </p15:guide>
        <p15:guide id="33" orient="horz" pos="2777">
          <p15:clr>
            <a:srgbClr val="F26B43"/>
          </p15:clr>
        </p15:guide>
        <p15:guide id="34" orient="horz" pos="2709">
          <p15:clr>
            <a:srgbClr val="F26B43"/>
          </p15:clr>
        </p15:guide>
        <p15:guide id="35" orient="horz" pos="2402">
          <p15:clr>
            <a:srgbClr val="F26B43"/>
          </p15:clr>
        </p15:guide>
        <p15:guide id="36" orient="horz" pos="2335">
          <p15:clr>
            <a:srgbClr val="F26B43"/>
          </p15:clr>
        </p15:guide>
        <p15:guide id="37" orient="horz" pos="2028">
          <p15:clr>
            <a:srgbClr val="F26B43"/>
          </p15:clr>
        </p15:guide>
        <p15:guide id="38" orient="horz" pos="1961">
          <p15:clr>
            <a:srgbClr val="F26B43"/>
          </p15:clr>
        </p15:guide>
        <p15:guide id="39" orient="horz" pos="1654">
          <p15:clr>
            <a:srgbClr val="F26B43"/>
          </p15:clr>
        </p15:guide>
        <p15:guide id="40" orient="horz" pos="1586">
          <p15:clr>
            <a:srgbClr val="F26B43"/>
          </p15:clr>
        </p15:guide>
        <p15:guide id="41" orient="horz" pos="5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2.xml"/><Relationship Id="rId4" Type="http://schemas.openxmlformats.org/officeDocument/2006/relationships/hyperlink" Target="https://asklegal.gazprom-neft.local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112"/>
          <p:cNvSpPr txBox="1">
            <a:spLocks noGrp="1"/>
          </p:cNvSpPr>
          <p:nvPr>
            <p:ph type="ctrTitle"/>
          </p:nvPr>
        </p:nvSpPr>
        <p:spPr>
          <a:xfrm>
            <a:off x="3620113" y="2446705"/>
            <a:ext cx="51660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27000" rIns="68575" bIns="3427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06F6F"/>
              </a:buClr>
              <a:buSzPts val="2400"/>
              <a:buFont typeface="Arial"/>
              <a:buNone/>
            </a:pPr>
            <a:br>
              <a:rPr lang="ru" sz="2300"/>
            </a:br>
            <a:r>
              <a:rPr lang="ru" sz="2300"/>
              <a:t>СМАРТ-ПЛАТФОРМА ПРОСТОР 2.0</a:t>
            </a:r>
            <a:endParaRPr sz="2300"/>
          </a:p>
        </p:txBody>
      </p:sp>
      <p:sp>
        <p:nvSpPr>
          <p:cNvPr id="1444" name="Google Shape;1444;p112"/>
          <p:cNvSpPr txBox="1">
            <a:spLocks noGrp="1"/>
          </p:cNvSpPr>
          <p:nvPr>
            <p:ph type="body" idx="2"/>
          </p:nvPr>
        </p:nvSpPr>
        <p:spPr>
          <a:xfrm>
            <a:off x="214992" y="4320466"/>
            <a:ext cx="2594676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rmAutofit fontScale="32500" lnSpcReduction="20000"/>
          </a:bodyPr>
          <a:lstStyle/>
          <a:p>
            <a:pPr marL="0" lvl="0" indent="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endParaRPr/>
          </a:p>
          <a:p>
            <a:pPr marL="0" lvl="0" indent="508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ct val="85714"/>
              <a:buNone/>
            </a:pPr>
            <a:endParaRPr/>
          </a:p>
        </p:txBody>
      </p:sp>
      <p:sp>
        <p:nvSpPr>
          <p:cNvPr id="1445" name="Google Shape;1445;p112"/>
          <p:cNvSpPr txBox="1">
            <a:spLocks noGrp="1"/>
          </p:cNvSpPr>
          <p:nvPr>
            <p:ph type="body" idx="3"/>
          </p:nvPr>
        </p:nvSpPr>
        <p:spPr>
          <a:xfrm>
            <a:off x="108901" y="4192891"/>
            <a:ext cx="3302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/>
          <a:p>
            <a:pPr marL="0" lvl="0" indent="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"/>
              <a:t>ЗАКАЗЧИК: Никишин Артем Александрович</a:t>
            </a:r>
            <a:endParaRPr/>
          </a:p>
          <a:p>
            <a:pPr marL="0" lvl="0" indent="508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600"/>
              <a:buNone/>
            </a:pPr>
            <a:r>
              <a:rPr lang="ru"/>
              <a:t>ВЛАДЕЛЕЦ ИТ-РЕШЕНИЯ: Никишин Артем Александрович</a:t>
            </a:r>
            <a:br>
              <a:rPr lang="ru"/>
            </a:br>
            <a:endParaRPr/>
          </a:p>
          <a:p>
            <a:pPr marL="0" lvl="0" indent="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"/>
              <a:t>РУКОВОДИТЕЛЬ ПРОЕКТА: Исянчурина Чулпан Ринатовна</a:t>
            </a:r>
            <a:endParaRPr/>
          </a:p>
        </p:txBody>
      </p:sp>
      <p:sp>
        <p:nvSpPr>
          <p:cNvPr id="1446" name="Google Shape;1446;p112"/>
          <p:cNvSpPr txBox="1">
            <a:spLocks noGrp="1"/>
          </p:cNvSpPr>
          <p:nvPr>
            <p:ph type="body" idx="4"/>
          </p:nvPr>
        </p:nvSpPr>
        <p:spPr>
          <a:xfrm>
            <a:off x="108892" y="3883452"/>
            <a:ext cx="259470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/>
          <a:p>
            <a:pPr marL="0" lvl="0" indent="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"/>
              <a:t>ПОРТФЕЛЬ ПРОЕКТОВ: БРД</a:t>
            </a:r>
            <a:endParaRPr/>
          </a:p>
          <a:p>
            <a:pPr marL="0" lvl="0" indent="508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600"/>
              <a:buNone/>
            </a:pPr>
            <a:endParaRPr/>
          </a:p>
        </p:txBody>
      </p:sp>
      <p:sp>
        <p:nvSpPr>
          <p:cNvPr id="1447" name="Google Shape;1447;p112"/>
          <p:cNvSpPr/>
          <p:nvPr/>
        </p:nvSpPr>
        <p:spPr>
          <a:xfrm>
            <a:off x="3712054" y="3422367"/>
            <a:ext cx="4572000" cy="253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200"/>
              <a:buFont typeface="Arial"/>
              <a:buNone/>
            </a:pPr>
            <a:r>
              <a:rPr lang="ru" sz="12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СТАРТ ПРОЕКТА С ЭТАПА «ОПРЕДЕЛЕНИЕ» </a:t>
            </a:r>
            <a:endParaRPr sz="1200" b="0" i="0" u="none" strike="noStrike" cap="none">
              <a:solidFill>
                <a:srgbClr val="7E7E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112"/>
          <p:cNvSpPr txBox="1"/>
          <p:nvPr/>
        </p:nvSpPr>
        <p:spPr>
          <a:xfrm>
            <a:off x="3479426" y="38324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113"/>
          <p:cNvSpPr txBox="1">
            <a:spLocks noGrp="1"/>
          </p:cNvSpPr>
          <p:nvPr>
            <p:ph type="sldNum" idx="12"/>
          </p:nvPr>
        </p:nvSpPr>
        <p:spPr>
          <a:xfrm>
            <a:off x="6551783" y="4722390"/>
            <a:ext cx="2416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/>
              <a:t>2</a:t>
            </a:fld>
            <a:endParaRPr sz="1100"/>
          </a:p>
        </p:txBody>
      </p:sp>
      <p:sp>
        <p:nvSpPr>
          <p:cNvPr id="1455" name="Google Shape;1455;p113"/>
          <p:cNvSpPr txBox="1"/>
          <p:nvPr/>
        </p:nvSpPr>
        <p:spPr>
          <a:xfrm>
            <a:off x="463369" y="246562"/>
            <a:ext cx="78867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00"/>
              <a:buFont typeface="Arial"/>
              <a:buNone/>
            </a:pPr>
            <a:r>
              <a:rPr lang="ru" sz="1800" b="1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ДЕРЕВО </a:t>
            </a:r>
            <a:r>
              <a:rPr lang="ru" sz="1800" b="1">
                <a:solidFill>
                  <a:srgbClr val="7E7E7E"/>
                </a:solidFill>
              </a:rPr>
              <a:t>ТРЕБОВАНИЙ</a:t>
            </a:r>
            <a:endParaRPr sz="1100"/>
          </a:p>
        </p:txBody>
      </p:sp>
      <p:pic>
        <p:nvPicPr>
          <p:cNvPr id="1456" name="Google Shape;1456;p113" title="2026-08-19 06.06.0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35549"/>
            <a:ext cx="8839200" cy="342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114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</a:pPr>
            <a:r>
              <a:rPr lang="ru"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ГАЗПРОМ НЕФТЬ   </a:t>
            </a:r>
            <a:fld id="{00000000-1234-1234-1234-123412341234}" type="slidenum">
              <a:rPr lang="ru" sz="700" b="0" i="0" u="none" strike="noStrike" cap="non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700" b="0" i="0" u="none" strike="noStrike" cap="none">
              <a:solidFill>
                <a:srgbClr val="AAAAA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114"/>
          <p:cNvSpPr txBox="1"/>
          <p:nvPr/>
        </p:nvSpPr>
        <p:spPr>
          <a:xfrm>
            <a:off x="384425" y="303469"/>
            <a:ext cx="82680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7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rgbClr val="797979"/>
                </a:solidFill>
              </a:rPr>
              <a:t>ER-ДИАГРАММА</a:t>
            </a:r>
            <a:endParaRPr sz="1100"/>
          </a:p>
        </p:txBody>
      </p:sp>
      <p:pic>
        <p:nvPicPr>
          <p:cNvPr id="1463" name="Google Shape;1463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625" y="735794"/>
            <a:ext cx="5699595" cy="4217231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15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</a:pPr>
            <a:r>
              <a:rPr lang="ru"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ГАЗПРОМ НЕФТЬ   </a:t>
            </a:r>
            <a:fld id="{00000000-1234-1234-1234-123412341234}" type="slidenum">
              <a:rPr lang="ru" sz="700" b="0" i="0" u="none" strike="noStrike" cap="non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700" b="0" i="0" u="none" strike="noStrike" cap="none">
              <a:solidFill>
                <a:srgbClr val="AAAAA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115"/>
          <p:cNvSpPr txBox="1"/>
          <p:nvPr/>
        </p:nvSpPr>
        <p:spPr>
          <a:xfrm>
            <a:off x="384425" y="303469"/>
            <a:ext cx="82680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7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rgbClr val="797979"/>
                </a:solidFill>
              </a:rPr>
              <a:t>ДИАГРАММА СОСТОЯНИЙ</a:t>
            </a:r>
            <a:endParaRPr sz="1100"/>
          </a:p>
        </p:txBody>
      </p:sp>
      <p:pic>
        <p:nvPicPr>
          <p:cNvPr id="1470" name="Google Shape;1470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9163" y="621469"/>
            <a:ext cx="6238518" cy="4195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116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</a:pPr>
            <a:r>
              <a:rPr lang="ru"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ГАЗПРОМ НЕФТЬ   </a:t>
            </a:r>
            <a:fld id="{00000000-1234-1234-1234-123412341234}" type="slidenum">
              <a:rPr lang="ru" sz="700" b="0" i="0" u="none" strike="noStrike" cap="non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700" b="0" i="0" u="none" strike="noStrike" cap="none">
              <a:solidFill>
                <a:srgbClr val="AAAAA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116"/>
          <p:cNvSpPr txBox="1"/>
          <p:nvPr/>
        </p:nvSpPr>
        <p:spPr>
          <a:xfrm>
            <a:off x="384425" y="303469"/>
            <a:ext cx="82680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7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rgbClr val="797979"/>
                </a:solidFill>
              </a:rPr>
              <a:t>BPMN: Формирование ТЗ на услугу</a:t>
            </a:r>
            <a:endParaRPr sz="1100"/>
          </a:p>
        </p:txBody>
      </p:sp>
      <p:pic>
        <p:nvPicPr>
          <p:cNvPr id="1477" name="Google Shape;1477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3869"/>
            <a:ext cx="8839200" cy="3155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17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</a:pPr>
            <a:r>
              <a:rPr lang="ru"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ГАЗПРОМ НЕФТЬ   </a:t>
            </a:r>
            <a:fld id="{00000000-1234-1234-1234-123412341234}" type="slidenum">
              <a:rPr lang="ru" sz="700" b="0" i="0" u="none" strike="noStrike" cap="non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700" b="0" i="0" u="none" strike="noStrike" cap="none">
              <a:solidFill>
                <a:srgbClr val="AAAAA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117"/>
          <p:cNvSpPr txBox="1"/>
          <p:nvPr/>
        </p:nvSpPr>
        <p:spPr>
          <a:xfrm>
            <a:off x="384425" y="303469"/>
            <a:ext cx="82680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70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" sz="1800" b="1">
                <a:solidFill>
                  <a:srgbClr val="797979"/>
                </a:solidFill>
              </a:rPr>
              <a:t>USE CASE: </a:t>
            </a:r>
            <a:endParaRPr sz="1100"/>
          </a:p>
        </p:txBody>
      </p:sp>
      <p:sp>
        <p:nvSpPr>
          <p:cNvPr id="1484" name="Google Shape;1484;p117"/>
          <p:cNvSpPr/>
          <p:nvPr/>
        </p:nvSpPr>
        <p:spPr>
          <a:xfrm>
            <a:off x="5691801" y="2314032"/>
            <a:ext cx="3125700" cy="652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Цель</a:t>
            </a:r>
            <a:r>
              <a:rPr lang="ru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формирование ТЗ в конструкторе</a:t>
            </a:r>
            <a:endParaRPr sz="1100" dirty="0"/>
          </a:p>
        </p:txBody>
      </p:sp>
      <p:sp>
        <p:nvSpPr>
          <p:cNvPr id="1485" name="Google Shape;1485;p117"/>
          <p:cNvSpPr/>
          <p:nvPr/>
        </p:nvSpPr>
        <p:spPr>
          <a:xfrm>
            <a:off x="5691801" y="1690958"/>
            <a:ext cx="3125700" cy="379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Актор</a:t>
            </a:r>
            <a:r>
              <a:rPr lang="ru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Пользователь </a:t>
            </a:r>
            <a:endParaRPr sz="1100"/>
          </a:p>
        </p:txBody>
      </p:sp>
      <p:pic>
        <p:nvPicPr>
          <p:cNvPr id="1486" name="Google Shape;1486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3875"/>
            <a:ext cx="5094700" cy="421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18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</a:pPr>
            <a:r>
              <a:rPr lang="ru"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ГАЗПРОМ НЕФТЬ   </a:t>
            </a:r>
            <a:fld id="{00000000-1234-1234-1234-123412341234}" type="slidenum">
              <a:rPr lang="ru" sz="700" b="0" i="0" u="none" strike="noStrike" cap="non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700" b="0" i="0" u="none" strike="noStrike" cap="none">
              <a:solidFill>
                <a:srgbClr val="AAAAA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118"/>
          <p:cNvSpPr txBox="1"/>
          <p:nvPr/>
        </p:nvSpPr>
        <p:spPr>
          <a:xfrm>
            <a:off x="360575" y="284453"/>
            <a:ext cx="4214803" cy="286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7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rgbClr val="797979"/>
                </a:solidFill>
                <a:latin typeface="Arial"/>
                <a:ea typeface="Arial"/>
                <a:cs typeface="Arial"/>
                <a:sym typeface="Arial"/>
              </a:rPr>
              <a:t>ФУНКЦИОНАЛЬНЫЕ ТРЕБОВАНИЯ</a:t>
            </a:r>
            <a:endParaRPr sz="1800" b="1">
              <a:solidFill>
                <a:srgbClr val="7979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118"/>
          <p:cNvSpPr/>
          <p:nvPr/>
        </p:nvSpPr>
        <p:spPr>
          <a:xfrm>
            <a:off x="360575" y="113122"/>
            <a:ext cx="685800" cy="91800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118"/>
          <p:cNvSpPr/>
          <p:nvPr/>
        </p:nvSpPr>
        <p:spPr>
          <a:xfrm>
            <a:off x="360575" y="537328"/>
            <a:ext cx="685800" cy="91800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95" name="Google Shape;1495;p118"/>
          <p:cNvGraphicFramePr/>
          <p:nvPr/>
        </p:nvGraphicFramePr>
        <p:xfrm>
          <a:off x="360575" y="758438"/>
          <a:ext cx="8532225" cy="4135025"/>
        </p:xfrm>
        <a:graphic>
          <a:graphicData uri="http://schemas.openxmlformats.org/drawingml/2006/table">
            <a:tbl>
              <a:tblPr>
                <a:noFill/>
                <a:tableStyleId>{0A192843-72DE-4CFD-85A1-A793C1C06BA6}</a:tableStyleId>
              </a:tblPr>
              <a:tblGrid>
                <a:gridCol w="82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4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4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6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 b="1">
                          <a:solidFill>
                            <a:schemeClr val="lt1"/>
                          </a:solidFill>
                        </a:rPr>
                        <a:t>Бизнес-требование (БТ)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 b="1">
                          <a:solidFill>
                            <a:schemeClr val="lt1"/>
                          </a:solidFill>
                        </a:rPr>
                        <a:t>Код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 b="1">
                          <a:solidFill>
                            <a:schemeClr val="lt1"/>
                          </a:solidFill>
                        </a:rPr>
                        <a:t>Наименование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 b="1">
                          <a:solidFill>
                            <a:schemeClr val="lt1"/>
                          </a:solidFill>
                        </a:rPr>
                        <a:t>Описание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 b="1">
                          <a:solidFill>
                            <a:schemeClr val="lt1"/>
                          </a:solidFill>
                        </a:rPr>
                        <a:t>Критичность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 b="1">
                          <a:solidFill>
                            <a:schemeClr val="lt1"/>
                          </a:solidFill>
                        </a:rPr>
                        <a:t>Приоритет реализации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 b="1">
                          <a:solidFill>
                            <a:schemeClr val="lt1"/>
                          </a:solidFill>
                        </a:rPr>
                        <a:t>Код ЖЦ ИТ-решения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 b="1">
                          <a:solidFill>
                            <a:schemeClr val="lt1"/>
                          </a:solidFill>
                        </a:rPr>
                        <a:t>Статус для этапов ЖЦ ИТ-решения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БТ-1. Умный конструктор технических заданий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ФТ-1.1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Выбор типа ТЗ и автоматическая сборка структуры ТЗ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предоставлять выбор типа ТЗ (например, «Подсчёт запасов») и автоматически собирать структуру ТЗ из типовых блоков.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Критичное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БТ-1. Умный конструктор технических заданий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ФТ-1.2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Заполнение ключевых полей пользователем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обеспечивать возможность заполнения ключевых полей пользователем.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Критичное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БТ-1. Умный конструктор технических заданий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ФТ-1.3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Автоматическое добавление необходимых требований и разделов (по запросу пользователя)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автоматически добавлять необходимые требования и разделы в зависимости от выбранных этапов и условий.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Рабочее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2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6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БТ-1. Умный конструктор технических заданий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ФТ-1.4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Проверка готовности ТЗ к согласованию с отображением % готовности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проверять готовность ТЗ к согласованию и отображать процент готовности на основе заполнения обязательных полей и отсутствия критических рисков.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Критичное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БТ-2. ИИ-агент умного поиска и подбора услуг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ФТ-2.1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Получение списка потенциальных исполнителей с обоснованием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предоставлять список потенциальных исполнителей с обоснованием (рейтинг, компетенции, опыт выполнения аналогичных работ).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Критичное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119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</a:pPr>
            <a:r>
              <a:rPr lang="ru"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ГАЗПРОМ НЕФТЬ   </a:t>
            </a:r>
            <a:fld id="{00000000-1234-1234-1234-123412341234}" type="slidenum">
              <a:rPr lang="ru" sz="700" b="0" i="0" u="none" strike="noStrike" cap="non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700" b="0" i="0" u="none" strike="noStrike" cap="none">
              <a:solidFill>
                <a:srgbClr val="AAAAA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119"/>
          <p:cNvSpPr txBox="1"/>
          <p:nvPr/>
        </p:nvSpPr>
        <p:spPr>
          <a:xfrm>
            <a:off x="360575" y="284453"/>
            <a:ext cx="4214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7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rgbClr val="797979"/>
                </a:solidFill>
                <a:latin typeface="Arial"/>
                <a:ea typeface="Arial"/>
                <a:cs typeface="Arial"/>
                <a:sym typeface="Arial"/>
              </a:rPr>
              <a:t>ФУНКЦИОНАЛЬНЫЕ ТРЕБОВАНИЯ</a:t>
            </a:r>
            <a:endParaRPr sz="1800" b="1">
              <a:solidFill>
                <a:srgbClr val="7979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119"/>
          <p:cNvSpPr/>
          <p:nvPr/>
        </p:nvSpPr>
        <p:spPr>
          <a:xfrm>
            <a:off x="360575" y="113122"/>
            <a:ext cx="685800" cy="91800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119"/>
          <p:cNvSpPr/>
          <p:nvPr/>
        </p:nvSpPr>
        <p:spPr>
          <a:xfrm>
            <a:off x="360575" y="537328"/>
            <a:ext cx="685800" cy="91800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04" name="Google Shape;1504;p119"/>
          <p:cNvGraphicFramePr/>
          <p:nvPr/>
        </p:nvGraphicFramePr>
        <p:xfrm>
          <a:off x="115125" y="73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{0A192843-72DE-4CFD-85A1-A793C1C06BA6}</a:tableStyleId>
              </a:tblPr>
              <a:tblGrid>
                <a:gridCol w="84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9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8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06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БТ-2. ИИ-агент умного поиска и подбора услуг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ФТ-2.2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Отображение рекомендаций по заполнению заявки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отображать рекомендации по заполнению заявки, включая перечень обязательных исходных данных.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Критичное требование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1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БТ-2. ИИ-агент умного поиска и подбора услуг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ФТ-2.3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Демонстрация аналогичных ранее выполненных заявок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демонстрировать аналогичные ранее выполненные заявки в виде карточек с указанием сроков, стоимости и статуса.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Рабочее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2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БТ-3. Сквозная интеграция «диалог → конструктор»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ФТ-3.1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Переход из чат-интерфейса в конструктор с предзаполненными данными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обеспечивать переход из чат-интерфейса к формированию ТЗ в конструкторе с предзаполненными данными из диалога (выбранный продукт, параметры, этапы).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Критичное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БТ-5. Сравнение подрядчиков и рыночный бенчмарк стоимости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ФТ-5.1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Формирование диаграммы Ганта с перечнем подрядчиков, сроками работ и рейтингом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формировать диаграмму Ганта с перечнем подрядчиков, сроками работ и рейтингом (по обратной связи о выполненных заказах).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Рабочее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2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9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БТ-5. Сравнение подрядчиков и рыночный бенчмарк стоимости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ФТ-5.2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Сравнение стоимости подрядчиков с эталонной ценой (светофор-бенчмарк)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сравнивать стоимость подрядчиков с эталонной ценой (медиана исторических цен по группе) и отображать светофор-бенчмарк: зелёный ≤ −10%, жёлтый ±10%, красный ≥ +10%.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Рабочее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2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20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</a:pPr>
            <a:r>
              <a:rPr lang="ru"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ГАЗПРОМ НЕФТЬ   </a:t>
            </a:r>
            <a:fld id="{00000000-1234-1234-1234-123412341234}" type="slidenum">
              <a:rPr lang="ru" sz="700" b="0" i="0" u="none" strike="noStrike" cap="non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700" b="0" i="0" u="none" strike="noStrike" cap="none">
              <a:solidFill>
                <a:srgbClr val="AAAAA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120"/>
          <p:cNvSpPr txBox="1"/>
          <p:nvPr/>
        </p:nvSpPr>
        <p:spPr>
          <a:xfrm>
            <a:off x="360575" y="284453"/>
            <a:ext cx="4214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7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rgbClr val="797979"/>
                </a:solidFill>
                <a:latin typeface="Arial"/>
                <a:ea typeface="Arial"/>
                <a:cs typeface="Arial"/>
                <a:sym typeface="Arial"/>
              </a:rPr>
              <a:t>ФУНКЦИОНАЛЬНЫЕ ТРЕБОВАНИЯ</a:t>
            </a:r>
            <a:endParaRPr sz="1800" b="1">
              <a:solidFill>
                <a:srgbClr val="7979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120"/>
          <p:cNvSpPr/>
          <p:nvPr/>
        </p:nvSpPr>
        <p:spPr>
          <a:xfrm>
            <a:off x="360575" y="113122"/>
            <a:ext cx="685800" cy="91800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120"/>
          <p:cNvSpPr/>
          <p:nvPr/>
        </p:nvSpPr>
        <p:spPr>
          <a:xfrm>
            <a:off x="360575" y="537328"/>
            <a:ext cx="685800" cy="91800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13" name="Google Shape;1513;p120"/>
          <p:cNvGraphicFramePr/>
          <p:nvPr/>
        </p:nvGraphicFramePr>
        <p:xfrm>
          <a:off x="115125" y="73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{0A192843-72DE-4CFD-85A1-A793C1C06BA6}</a:tableStyleId>
              </a:tblPr>
              <a:tblGrid>
                <a:gridCol w="84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9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8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06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БТ-6. Аналитика использования платформы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ФТ-6.1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Отчёт «Популярность»: востребованные типы работ, часто добавляемые этапы, сочетаемые услуги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формировать отчёт о популярности: наиболее востребованные типы работ, часто добавляемые этапы, востребованные услуги и их сочетания.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Рабочее требование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3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БТ-6. Аналитика использования платформы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ФТ-6.2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Отчёт «Качество»: типичные ошибки и нарушения, незаполняемые поля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формировать отчёт о качестве: типичные ошибки и нарушения при формировании ТЗ, поля, чаще остающиеся незаполненными.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Рабочее требование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3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БТ-6. Аналитика использования платформы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ФТ-6.3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Воронка процесса подготовки ТЗ: запросы → распознанные → продукты → сформированные ТЗ → заключённые договоры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формировать отчёт-воронку процесса подготовки ТЗ: запросы → распознанные → продукты → сформированные ТЗ → заключённые договоры.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Рабочее требование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3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БТ-6. Аналитика использования платформы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ФТ-6.4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Рейтинг подрядчиков на основе обратной связи (данные заказчика)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формировать рейтинг подрядчиков на основе обратной связи (данные заказчика).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Рабочее требование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3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9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БТ-6. Аналитика использования платформы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ФТ-6.1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Отчёт «Популярность»: востребованные типы работ, часто добавляемые этапы, сочетаемые услуги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формировать отчёт о популярности: наиболее востребованные типы работ, часто добавляемые этапы, востребованные услуги и их сочетания.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Рабочее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3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21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</a:pPr>
            <a:r>
              <a:rPr lang="ru"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ГАЗПРОМ НЕФТЬ   </a:t>
            </a:r>
            <a:fld id="{00000000-1234-1234-1234-123412341234}" type="slidenum">
              <a:rPr lang="ru" sz="700" b="0" i="0" u="none" strike="noStrike" cap="non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700" b="0" i="0" u="none" strike="noStrike" cap="none">
              <a:solidFill>
                <a:srgbClr val="AAAAA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121"/>
          <p:cNvSpPr txBox="1"/>
          <p:nvPr/>
        </p:nvSpPr>
        <p:spPr>
          <a:xfrm>
            <a:off x="360575" y="253975"/>
            <a:ext cx="48864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7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rgbClr val="797979"/>
                </a:solidFill>
                <a:latin typeface="Arial"/>
                <a:ea typeface="Arial"/>
                <a:cs typeface="Arial"/>
                <a:sym typeface="Arial"/>
              </a:rPr>
              <a:t>НЕФУНКЦИОНАЛЬНЫЕ ТРЕБОВАНИЯ</a:t>
            </a:r>
            <a:endParaRPr sz="1100"/>
          </a:p>
        </p:txBody>
      </p:sp>
      <p:sp>
        <p:nvSpPr>
          <p:cNvPr id="1520" name="Google Shape;1520;p121"/>
          <p:cNvSpPr/>
          <p:nvPr/>
        </p:nvSpPr>
        <p:spPr>
          <a:xfrm>
            <a:off x="360575" y="113122"/>
            <a:ext cx="685800" cy="91911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121"/>
          <p:cNvSpPr/>
          <p:nvPr/>
        </p:nvSpPr>
        <p:spPr>
          <a:xfrm>
            <a:off x="360575" y="537328"/>
            <a:ext cx="685800" cy="91911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22" name="Google Shape;1522;p121"/>
          <p:cNvGraphicFramePr/>
          <p:nvPr/>
        </p:nvGraphicFramePr>
        <p:xfrm>
          <a:off x="251225" y="69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{0A192843-72DE-4CFD-85A1-A793C1C06BA6}</a:tableStyleId>
              </a:tblPr>
              <a:tblGrid>
                <a:gridCol w="87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5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6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6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 b="1">
                          <a:solidFill>
                            <a:schemeClr val="lt1"/>
                          </a:solidFill>
                        </a:rPr>
                        <a:t>Бизнес-требование (БТ)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 b="1">
                          <a:solidFill>
                            <a:schemeClr val="lt1"/>
                          </a:solidFill>
                        </a:rPr>
                        <a:t>Код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 b="1">
                          <a:solidFill>
                            <a:schemeClr val="lt1"/>
                          </a:solidFill>
                        </a:rPr>
                        <a:t>Наименование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 b="1">
                          <a:solidFill>
                            <a:schemeClr val="lt1"/>
                          </a:solidFill>
                        </a:rPr>
                        <a:t>Описание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 b="1">
                          <a:solidFill>
                            <a:schemeClr val="lt1"/>
                          </a:solidFill>
                        </a:rPr>
                        <a:t>Критичность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 b="1">
                          <a:solidFill>
                            <a:schemeClr val="lt1"/>
                          </a:solidFill>
                        </a:rPr>
                        <a:t>Приоритет реализации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 b="1">
                          <a:solidFill>
                            <a:schemeClr val="lt1"/>
                          </a:solidFill>
                        </a:rPr>
                        <a:t>Код ЖЦ ИТ-решения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 b="1">
                          <a:solidFill>
                            <a:schemeClr val="lt1"/>
                          </a:solidFill>
                        </a:rPr>
                        <a:t>Статус для этапов ЖЦ ИТ-решения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БТ-1. Умный конструктор технических заданий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НФТ-1.1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Время формирования ТЗ менее 30 минут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обеспечивать возможность формирования ТЗ с использованием конструктора за время менее 30 минут для типовых сценариев.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Критичное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БТ-1. Умный конструктор технических заданий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НФТ-1.2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Сохранение черновика в один клик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позволять сохранять черновик ТЗ в один клик на любом проценте готовности.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Рабочее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БТ-2. ИИ-агент умного поиска и подбора услуг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НФТ-2.1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Подбор услуги/исполнителя менее чем за 15 минут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обеспечивать возможность подбора услуги и исполнителя через диалог с агентом за время менее 15 минут.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Критичное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БТ-3. Сквозная интеграция «диалог → конструктор»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НФТ-3.1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Удобство использования (единое приложение, общая навигация)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быть единым веб-приложением с общей навигацией для обоих кейсов, адаптивной вёрсткой и отображением статусов и % готовности в реальном времени.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Критичное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БТ-3. Сквозная интеграция «диалог → конструктор»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НФТ-3.2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Переход из чата в конструктор за 1 клик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обеспечивать переход из чат-интерфейса в конструктор с предзаполненными данными за 1 клик.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Критичное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122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</a:pPr>
            <a:r>
              <a:rPr lang="ru"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ГАЗПРОМ НЕФТЬ   </a:t>
            </a:r>
            <a:fld id="{00000000-1234-1234-1234-123412341234}" type="slidenum">
              <a:rPr lang="ru" sz="700" b="0" i="0" u="none" strike="noStrike" cap="non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700" b="0" i="0" u="none" strike="noStrike" cap="none">
              <a:solidFill>
                <a:srgbClr val="AAAAA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122"/>
          <p:cNvSpPr txBox="1"/>
          <p:nvPr/>
        </p:nvSpPr>
        <p:spPr>
          <a:xfrm>
            <a:off x="360575" y="253975"/>
            <a:ext cx="53538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7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rgbClr val="797979"/>
                </a:solidFill>
                <a:latin typeface="Arial"/>
                <a:ea typeface="Arial"/>
                <a:cs typeface="Arial"/>
                <a:sym typeface="Arial"/>
              </a:rPr>
              <a:t>НЕФУНКЦИОНАЛЬНЫЕ ТРЕБОВАНИЯ</a:t>
            </a:r>
            <a:endParaRPr sz="1100"/>
          </a:p>
        </p:txBody>
      </p:sp>
      <p:sp>
        <p:nvSpPr>
          <p:cNvPr id="1529" name="Google Shape;1529;p122"/>
          <p:cNvSpPr/>
          <p:nvPr/>
        </p:nvSpPr>
        <p:spPr>
          <a:xfrm>
            <a:off x="360575" y="113122"/>
            <a:ext cx="685800" cy="91911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122"/>
          <p:cNvSpPr/>
          <p:nvPr/>
        </p:nvSpPr>
        <p:spPr>
          <a:xfrm>
            <a:off x="360575" y="537328"/>
            <a:ext cx="685800" cy="91911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31" name="Google Shape;1531;p122"/>
          <p:cNvGraphicFramePr/>
          <p:nvPr/>
        </p:nvGraphicFramePr>
        <p:xfrm>
          <a:off x="44763" y="67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{0A192843-72DE-4CFD-85A1-A793C1C06BA6}</a:tableStyleId>
              </a:tblPr>
              <a:tblGrid>
                <a:gridCol w="94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1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5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30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БТ-4. Обеспечение качества, надёжности и сопровождаемости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НФТ-4.1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Производительность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ИТ-решение должно обеспечивать: сборку структуры ТЗ ≤ 3 с  пересчёт готовности и рисков ≤ 2 с ответ ИИ-агента ≤ 6 с.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Критичное требование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1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БТ-4. Обеспечение качества, надёжности и сопровождаемости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НФТ-4.2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Надёжность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Доступность системы ≥ 99%  при недоступности LLM/БД работа на офлайн-эвристиках и временном хранилище.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Критичное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БТ-4. Обеспечение качества, надёжности и сопровождаемости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НФТ-4.3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Масштабируемость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Хранение ≥ 100 000 ТЗ  векторный индекс до ≥ 1 000 000 записей  возможность добавления новых типов ТЗ/услуг без изменения кода.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Критичное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БТ-4. Обеспечение качества, надёжности и сопровождаемости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НФТ-4.4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Совместимость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Поддержка актуальных версий браузеров (и −2 версии)  REST/JSON API с OpenAPI  выгрузка DOCX, совместимая с MS Word и LibreOffice.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Критичное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БТ-4. Обеспечение качества, надёжности и сопровождаемости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НФТ-4.5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Локализация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Интерфейс и документы на русском языке, кодировка UTF-8, форматы дат и чисел по RU-локали.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Рабочее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2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БТ-4. Обеспечение качества, надёжности и сопровождаемости</a:t>
                      </a:r>
                      <a:endParaRPr sz="800"/>
                    </a:p>
                  </a:txBody>
                  <a:tcPr marL="12700" marR="12700" marT="12700" marB="6350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НФТ-4.6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Сопровождаемость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Контейнеризация (Docker Compose), миграции БД, автотесты, код в публичном репозитории, запуск одной командой.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Критичное требование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1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Определение</a:t>
                      </a:r>
                      <a:endParaRPr sz="800"/>
                    </a:p>
                  </a:txBody>
                  <a:tcPr marL="12700" marR="12700" marT="12700" marB="63500" anchor="b"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800"/>
                        <a:t>Новое</a:t>
                      </a:r>
                      <a:endParaRPr sz="800"/>
                    </a:p>
                  </a:txBody>
                  <a:tcPr marL="12700" marR="12700" marT="12700" marB="63500" anchor="b"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123"/>
          <p:cNvSpPr/>
          <p:nvPr/>
        </p:nvSpPr>
        <p:spPr>
          <a:xfrm>
            <a:off x="1685227" y="806136"/>
            <a:ext cx="7237500" cy="3333900"/>
          </a:xfrm>
          <a:prstGeom prst="rect">
            <a:avLst/>
          </a:prstGeom>
          <a:solidFill>
            <a:srgbClr val="F2F2F2">
              <a:alpha val="949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</a:t>
            </a:r>
            <a:endParaRPr/>
          </a:p>
        </p:txBody>
      </p:sp>
      <p:sp>
        <p:nvSpPr>
          <p:cNvPr id="1537" name="Google Shape;1537;p123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7F7F7F"/>
                </a:solidFill>
              </a:rPr>
              <a:t>ГАЗПРОМ НЕФТЬ   </a:t>
            </a:r>
            <a:fld id="{00000000-1234-1234-1234-123412341234}" type="slidenum">
              <a:rPr lang="ru"/>
              <a:t>12</a:t>
            </a:fld>
            <a:endParaRPr/>
          </a:p>
        </p:txBody>
      </p:sp>
      <p:sp>
        <p:nvSpPr>
          <p:cNvPr id="1538" name="Google Shape;1538;p123"/>
          <p:cNvSpPr txBox="1">
            <a:spLocks noGrp="1"/>
          </p:cNvSpPr>
          <p:nvPr>
            <p:ph type="title"/>
          </p:nvPr>
        </p:nvSpPr>
        <p:spPr>
          <a:xfrm>
            <a:off x="181065" y="214693"/>
            <a:ext cx="8711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100"/>
              <a:buFont typeface="Arial"/>
              <a:buNone/>
            </a:pPr>
            <a:r>
              <a:rPr lang="ru" sz="1900" b="1"/>
              <a:t>СХЕМА СЕТЕВОГО ВЗАИМОДЕЙСТВИЯ</a:t>
            </a:r>
            <a:endParaRPr sz="1900" b="1"/>
          </a:p>
        </p:txBody>
      </p:sp>
      <p:sp>
        <p:nvSpPr>
          <p:cNvPr id="1539" name="Google Shape;1539;p123"/>
          <p:cNvSpPr/>
          <p:nvPr/>
        </p:nvSpPr>
        <p:spPr>
          <a:xfrm>
            <a:off x="1824170" y="4268313"/>
            <a:ext cx="81000" cy="81000"/>
          </a:xfrm>
          <a:prstGeom prst="ellipse">
            <a:avLst/>
          </a:prstGeom>
          <a:solidFill>
            <a:srgbClr val="00B050">
              <a:alpha val="651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123"/>
          <p:cNvSpPr/>
          <p:nvPr/>
        </p:nvSpPr>
        <p:spPr>
          <a:xfrm>
            <a:off x="1935827" y="4239564"/>
            <a:ext cx="6483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Trusted Zone, КСПД</a:t>
            </a:r>
            <a:endParaRPr sz="5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123"/>
          <p:cNvSpPr/>
          <p:nvPr/>
        </p:nvSpPr>
        <p:spPr>
          <a:xfrm>
            <a:off x="1824526" y="4402818"/>
            <a:ext cx="81000" cy="81000"/>
          </a:xfrm>
          <a:prstGeom prst="ellipse">
            <a:avLst/>
          </a:prstGeom>
          <a:solidFill>
            <a:srgbClr val="FFC000">
              <a:alpha val="651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123"/>
          <p:cNvSpPr/>
          <p:nvPr/>
        </p:nvSpPr>
        <p:spPr>
          <a:xfrm>
            <a:off x="1935827" y="4374069"/>
            <a:ext cx="680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Controlled Zone, DMZ</a:t>
            </a:r>
            <a:endParaRPr sz="5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123"/>
          <p:cNvSpPr/>
          <p:nvPr/>
        </p:nvSpPr>
        <p:spPr>
          <a:xfrm>
            <a:off x="1822020" y="4548999"/>
            <a:ext cx="81000" cy="81000"/>
          </a:xfrm>
          <a:prstGeom prst="ellipse">
            <a:avLst/>
          </a:prstGeom>
          <a:solidFill>
            <a:srgbClr val="FF0000">
              <a:alpha val="651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123"/>
          <p:cNvSpPr/>
          <p:nvPr/>
        </p:nvSpPr>
        <p:spPr>
          <a:xfrm>
            <a:off x="1933322" y="4520249"/>
            <a:ext cx="833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Uncontrolled Zone, Internet</a:t>
            </a:r>
            <a:endParaRPr sz="5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123"/>
          <p:cNvSpPr/>
          <p:nvPr/>
        </p:nvSpPr>
        <p:spPr>
          <a:xfrm>
            <a:off x="1822020" y="4654754"/>
            <a:ext cx="2133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Названия сетевых зон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Internet, IaaS-prod, IaaS-test, IaaS-dev, DMZ-frontend, DMZ-backend1, DMZ-backend2, КРЕПИС, КОА-СПТ, КОА-СТТ, КОА-СИТ, КОА-DMZ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6" name="Google Shape;1546;p123"/>
          <p:cNvGrpSpPr/>
          <p:nvPr/>
        </p:nvGrpSpPr>
        <p:grpSpPr>
          <a:xfrm>
            <a:off x="2721371" y="1882246"/>
            <a:ext cx="593975" cy="415487"/>
            <a:chOff x="-1701619" y="4540110"/>
            <a:chExt cx="791967" cy="553983"/>
          </a:xfrm>
        </p:grpSpPr>
        <p:sp>
          <p:nvSpPr>
            <p:cNvPr id="1547" name="Google Shape;1547;p123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23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23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123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23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23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23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23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123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123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123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123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123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123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123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123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123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123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123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123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123"/>
            <p:cNvSpPr/>
            <p:nvPr/>
          </p:nvSpPr>
          <p:spPr>
            <a:xfrm>
              <a:off x="-1664877" y="4695686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Frontend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123"/>
            <p:cNvSpPr/>
            <p:nvPr/>
          </p:nvSpPr>
          <p:spPr>
            <a:xfrm>
              <a:off x="-1664875" y="4576478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NGINX + REACT</a:t>
              </a:r>
              <a:endPara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9" name="Google Shape;1569;p123"/>
          <p:cNvGrpSpPr/>
          <p:nvPr/>
        </p:nvGrpSpPr>
        <p:grpSpPr>
          <a:xfrm>
            <a:off x="1780515" y="1577101"/>
            <a:ext cx="565940" cy="695249"/>
            <a:chOff x="-1701619" y="4540110"/>
            <a:chExt cx="791967" cy="553983"/>
          </a:xfrm>
        </p:grpSpPr>
        <p:sp>
          <p:nvSpPr>
            <p:cNvPr id="1570" name="Google Shape;1570;p123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123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123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123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123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123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123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123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123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123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123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123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123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123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123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123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123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123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123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123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123"/>
            <p:cNvSpPr/>
            <p:nvPr/>
          </p:nvSpPr>
          <p:spPr>
            <a:xfrm>
              <a:off x="-1664877" y="4849036"/>
              <a:ext cx="720000" cy="2127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Workstation</a:t>
              </a:r>
              <a:endPara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123"/>
            <p:cNvSpPr/>
            <p:nvPr/>
          </p:nvSpPr>
          <p:spPr>
            <a:xfrm>
              <a:off x="-1664875" y="4581242"/>
              <a:ext cx="720000" cy="27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Windows/ АСТРА / браузер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92" name="Google Shape;1592;p123"/>
          <p:cNvCxnSpPr>
            <a:endCxn id="1593" idx="1"/>
          </p:cNvCxnSpPr>
          <p:nvPr/>
        </p:nvCxnSpPr>
        <p:spPr>
          <a:xfrm rot="10800000" flipH="1">
            <a:off x="2119205" y="1500832"/>
            <a:ext cx="636300" cy="900"/>
          </a:xfrm>
          <a:prstGeom prst="straightConnector1">
            <a:avLst/>
          </a:prstGeom>
          <a:noFill/>
          <a:ln w="9525" cap="flat" cmpd="sng">
            <a:solidFill>
              <a:srgbClr val="28B0E7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594" name="Google Shape;1594;p123"/>
          <p:cNvCxnSpPr>
            <a:stCxn id="1595" idx="2"/>
            <a:endCxn id="1596" idx="0"/>
          </p:cNvCxnSpPr>
          <p:nvPr/>
        </p:nvCxnSpPr>
        <p:spPr>
          <a:xfrm rot="-5400000" flipH="1">
            <a:off x="3660844" y="2423766"/>
            <a:ext cx="318000" cy="600"/>
          </a:xfrm>
          <a:prstGeom prst="bentConnector3">
            <a:avLst>
              <a:gd name="adj1" fmla="val 50016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597" name="Google Shape;1597;p123"/>
          <p:cNvCxnSpPr/>
          <p:nvPr/>
        </p:nvCxnSpPr>
        <p:spPr>
          <a:xfrm rot="10800000">
            <a:off x="2578376" y="1196929"/>
            <a:ext cx="0" cy="1746600"/>
          </a:xfrm>
          <a:prstGeom prst="straightConnector1">
            <a:avLst/>
          </a:prstGeom>
          <a:noFill/>
          <a:ln w="12700" cap="flat" cmpd="sng">
            <a:solidFill>
              <a:srgbClr val="C00000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1598" name="Google Shape;1598;p123"/>
          <p:cNvSpPr/>
          <p:nvPr/>
        </p:nvSpPr>
        <p:spPr>
          <a:xfrm>
            <a:off x="6584603" y="1215516"/>
            <a:ext cx="81000" cy="81000"/>
          </a:xfrm>
          <a:prstGeom prst="ellipse">
            <a:avLst/>
          </a:prstGeom>
          <a:solidFill>
            <a:srgbClr val="00B050">
              <a:alpha val="651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p123"/>
          <p:cNvSpPr/>
          <p:nvPr/>
        </p:nvSpPr>
        <p:spPr>
          <a:xfrm>
            <a:off x="1569494" y="1295611"/>
            <a:ext cx="81000" cy="81000"/>
          </a:xfrm>
          <a:prstGeom prst="ellipse">
            <a:avLst/>
          </a:prstGeom>
          <a:solidFill>
            <a:srgbClr val="00B050">
              <a:alpha val="651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123"/>
          <p:cNvSpPr/>
          <p:nvPr/>
        </p:nvSpPr>
        <p:spPr>
          <a:xfrm>
            <a:off x="1567048" y="1280925"/>
            <a:ext cx="921300" cy="1294200"/>
          </a:xfrm>
          <a:prstGeom prst="rect">
            <a:avLst/>
          </a:prstGeom>
          <a:noFill/>
          <a:ln w="12700" cap="flat" cmpd="sng">
            <a:solidFill>
              <a:schemeClr val="accen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p123"/>
          <p:cNvSpPr/>
          <p:nvPr/>
        </p:nvSpPr>
        <p:spPr>
          <a:xfrm>
            <a:off x="1643686" y="2440430"/>
            <a:ext cx="807600" cy="1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1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Пользовательский сегмент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2" name="Google Shape;1602;p123"/>
          <p:cNvGrpSpPr/>
          <p:nvPr/>
        </p:nvGrpSpPr>
        <p:grpSpPr>
          <a:xfrm>
            <a:off x="2891678" y="4266721"/>
            <a:ext cx="593975" cy="415487"/>
            <a:chOff x="-1701619" y="4540110"/>
            <a:chExt cx="791967" cy="553983"/>
          </a:xfrm>
        </p:grpSpPr>
        <p:sp>
          <p:nvSpPr>
            <p:cNvPr id="1603" name="Google Shape;1603;p123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123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123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123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123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123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123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123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123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123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123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123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123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123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123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123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123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123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123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123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123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Role Name</a:t>
              </a:r>
              <a:endPara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123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Component</a:t>
              </a:r>
              <a:endPara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5" name="Google Shape;1625;p123"/>
          <p:cNvSpPr/>
          <p:nvPr/>
        </p:nvSpPr>
        <p:spPr>
          <a:xfrm>
            <a:off x="3514718" y="4479386"/>
            <a:ext cx="1132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Роль узла / системной платформы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6" name="Google Shape;1626;p123"/>
          <p:cNvSpPr/>
          <p:nvPr/>
        </p:nvSpPr>
        <p:spPr>
          <a:xfrm>
            <a:off x="3514718" y="4292555"/>
            <a:ext cx="1184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Технический компонент (технология)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7" name="Google Shape;1627;p123"/>
          <p:cNvSpPr/>
          <p:nvPr/>
        </p:nvSpPr>
        <p:spPr>
          <a:xfrm rot="5400000">
            <a:off x="7294275" y="1624000"/>
            <a:ext cx="424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5432/TCP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8" name="Google Shape;1628;p123"/>
          <p:cNvCxnSpPr>
            <a:stCxn id="1629" idx="3"/>
            <a:endCxn id="1630" idx="1"/>
          </p:cNvCxnSpPr>
          <p:nvPr/>
        </p:nvCxnSpPr>
        <p:spPr>
          <a:xfrm>
            <a:off x="7597202" y="4471995"/>
            <a:ext cx="2949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sp>
        <p:nvSpPr>
          <p:cNvPr id="1629" name="Google Shape;1629;p123"/>
          <p:cNvSpPr/>
          <p:nvPr/>
        </p:nvSpPr>
        <p:spPr>
          <a:xfrm>
            <a:off x="7116902" y="4368195"/>
            <a:ext cx="4803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Инициатор вызова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0" name="Google Shape;1630;p123"/>
          <p:cNvSpPr/>
          <p:nvPr/>
        </p:nvSpPr>
        <p:spPr>
          <a:xfrm>
            <a:off x="7892240" y="4402818"/>
            <a:ext cx="362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Цель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p123"/>
          <p:cNvSpPr txBox="1"/>
          <p:nvPr/>
        </p:nvSpPr>
        <p:spPr>
          <a:xfrm>
            <a:off x="1529538" y="1280931"/>
            <a:ext cx="10521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Пользовательский сегмент</a:t>
            </a:r>
            <a:endParaRPr sz="7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2" name="Google Shape;1632;p123"/>
          <p:cNvGrpSpPr/>
          <p:nvPr/>
        </p:nvGrpSpPr>
        <p:grpSpPr>
          <a:xfrm>
            <a:off x="2722871" y="1275355"/>
            <a:ext cx="593939" cy="415469"/>
            <a:chOff x="1958823" y="1705953"/>
            <a:chExt cx="3276000" cy="2291613"/>
          </a:xfrm>
        </p:grpSpPr>
        <p:sp>
          <p:nvSpPr>
            <p:cNvPr id="1633" name="Google Shape;1633;p123"/>
            <p:cNvSpPr/>
            <p:nvPr/>
          </p:nvSpPr>
          <p:spPr>
            <a:xfrm>
              <a:off x="195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123"/>
            <p:cNvSpPr/>
            <p:nvPr/>
          </p:nvSpPr>
          <p:spPr>
            <a:xfrm>
              <a:off x="487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123"/>
            <p:cNvSpPr/>
            <p:nvPr/>
          </p:nvSpPr>
          <p:spPr>
            <a:xfrm>
              <a:off x="487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123"/>
            <p:cNvSpPr/>
            <p:nvPr/>
          </p:nvSpPr>
          <p:spPr>
            <a:xfrm>
              <a:off x="4874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123"/>
            <p:cNvSpPr/>
            <p:nvPr/>
          </p:nvSpPr>
          <p:spPr>
            <a:xfrm>
              <a:off x="4874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123"/>
            <p:cNvSpPr/>
            <p:nvPr/>
          </p:nvSpPr>
          <p:spPr>
            <a:xfrm>
              <a:off x="2930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123"/>
            <p:cNvSpPr/>
            <p:nvPr/>
          </p:nvSpPr>
          <p:spPr>
            <a:xfrm>
              <a:off x="3416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123"/>
            <p:cNvSpPr/>
            <p:nvPr/>
          </p:nvSpPr>
          <p:spPr>
            <a:xfrm>
              <a:off x="3902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123"/>
            <p:cNvSpPr/>
            <p:nvPr/>
          </p:nvSpPr>
          <p:spPr>
            <a:xfrm>
              <a:off x="438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123"/>
            <p:cNvSpPr/>
            <p:nvPr/>
          </p:nvSpPr>
          <p:spPr>
            <a:xfrm>
              <a:off x="4874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123"/>
            <p:cNvSpPr/>
            <p:nvPr/>
          </p:nvSpPr>
          <p:spPr>
            <a:xfrm>
              <a:off x="244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123"/>
            <p:cNvSpPr/>
            <p:nvPr/>
          </p:nvSpPr>
          <p:spPr>
            <a:xfrm>
              <a:off x="195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123"/>
            <p:cNvSpPr/>
            <p:nvPr/>
          </p:nvSpPr>
          <p:spPr>
            <a:xfrm>
              <a:off x="2930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123"/>
            <p:cNvSpPr/>
            <p:nvPr/>
          </p:nvSpPr>
          <p:spPr>
            <a:xfrm>
              <a:off x="3416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123"/>
            <p:cNvSpPr/>
            <p:nvPr/>
          </p:nvSpPr>
          <p:spPr>
            <a:xfrm>
              <a:off x="3902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123"/>
            <p:cNvSpPr/>
            <p:nvPr/>
          </p:nvSpPr>
          <p:spPr>
            <a:xfrm>
              <a:off x="438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123"/>
            <p:cNvSpPr/>
            <p:nvPr/>
          </p:nvSpPr>
          <p:spPr>
            <a:xfrm>
              <a:off x="244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123"/>
            <p:cNvSpPr/>
            <p:nvPr/>
          </p:nvSpPr>
          <p:spPr>
            <a:xfrm>
              <a:off x="1958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123"/>
            <p:cNvSpPr/>
            <p:nvPr/>
          </p:nvSpPr>
          <p:spPr>
            <a:xfrm>
              <a:off x="1958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123"/>
            <p:cNvSpPr/>
            <p:nvPr/>
          </p:nvSpPr>
          <p:spPr>
            <a:xfrm>
              <a:off x="1958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53" name="Google Shape;1653;p123"/>
            <p:cNvGrpSpPr/>
            <p:nvPr/>
          </p:nvGrpSpPr>
          <p:grpSpPr>
            <a:xfrm>
              <a:off x="2138823" y="1876122"/>
              <a:ext cx="2916000" cy="1822154"/>
              <a:chOff x="2138823" y="1876122"/>
              <a:chExt cx="2916000" cy="1822154"/>
            </a:xfrm>
          </p:grpSpPr>
          <p:sp>
            <p:nvSpPr>
              <p:cNvPr id="1593" name="Google Shape;1593;p123"/>
              <p:cNvSpPr/>
              <p:nvPr/>
            </p:nvSpPr>
            <p:spPr>
              <a:xfrm>
                <a:off x="2138823" y="2200976"/>
                <a:ext cx="2916000" cy="149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27000" tIns="27000" rIns="27000" bIns="27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600" b="0" i="0" u="none" strike="noStrike" cap="non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rPr>
                  <a:t>Identity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600" b="0" i="0" u="none" strike="noStrike" cap="non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rPr>
                  <a:t>provider</a:t>
                </a:r>
                <a:endParaRPr sz="6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123"/>
              <p:cNvSpPr/>
              <p:nvPr/>
            </p:nvSpPr>
            <p:spPr>
              <a:xfrm>
                <a:off x="2138823" y="1876122"/>
                <a:ext cx="2916000" cy="493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27000" tIns="27000" rIns="27000" bIns="27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Keycloak SSO CaaS</a:t>
                </a:r>
                <a:endParaRPr sz="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55" name="Google Shape;1655;p123"/>
          <p:cNvGrpSpPr/>
          <p:nvPr/>
        </p:nvGrpSpPr>
        <p:grpSpPr>
          <a:xfrm>
            <a:off x="1719587" y="3363617"/>
            <a:ext cx="593939" cy="415469"/>
            <a:chOff x="1958823" y="1705953"/>
            <a:chExt cx="3276000" cy="2291613"/>
          </a:xfrm>
        </p:grpSpPr>
        <p:sp>
          <p:nvSpPr>
            <p:cNvPr id="1656" name="Google Shape;1656;p123"/>
            <p:cNvSpPr/>
            <p:nvPr/>
          </p:nvSpPr>
          <p:spPr>
            <a:xfrm>
              <a:off x="195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123"/>
            <p:cNvSpPr/>
            <p:nvPr/>
          </p:nvSpPr>
          <p:spPr>
            <a:xfrm>
              <a:off x="487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123"/>
            <p:cNvSpPr/>
            <p:nvPr/>
          </p:nvSpPr>
          <p:spPr>
            <a:xfrm>
              <a:off x="487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123"/>
            <p:cNvSpPr/>
            <p:nvPr/>
          </p:nvSpPr>
          <p:spPr>
            <a:xfrm>
              <a:off x="4874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123"/>
            <p:cNvSpPr/>
            <p:nvPr/>
          </p:nvSpPr>
          <p:spPr>
            <a:xfrm>
              <a:off x="4874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123"/>
            <p:cNvSpPr/>
            <p:nvPr/>
          </p:nvSpPr>
          <p:spPr>
            <a:xfrm>
              <a:off x="2930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123"/>
            <p:cNvSpPr/>
            <p:nvPr/>
          </p:nvSpPr>
          <p:spPr>
            <a:xfrm>
              <a:off x="3416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123"/>
            <p:cNvSpPr/>
            <p:nvPr/>
          </p:nvSpPr>
          <p:spPr>
            <a:xfrm>
              <a:off x="3902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123"/>
            <p:cNvSpPr/>
            <p:nvPr/>
          </p:nvSpPr>
          <p:spPr>
            <a:xfrm>
              <a:off x="438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123"/>
            <p:cNvSpPr/>
            <p:nvPr/>
          </p:nvSpPr>
          <p:spPr>
            <a:xfrm>
              <a:off x="4874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123"/>
            <p:cNvSpPr/>
            <p:nvPr/>
          </p:nvSpPr>
          <p:spPr>
            <a:xfrm>
              <a:off x="244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123"/>
            <p:cNvSpPr/>
            <p:nvPr/>
          </p:nvSpPr>
          <p:spPr>
            <a:xfrm>
              <a:off x="195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123"/>
            <p:cNvSpPr/>
            <p:nvPr/>
          </p:nvSpPr>
          <p:spPr>
            <a:xfrm>
              <a:off x="2930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123"/>
            <p:cNvSpPr/>
            <p:nvPr/>
          </p:nvSpPr>
          <p:spPr>
            <a:xfrm>
              <a:off x="3416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123"/>
            <p:cNvSpPr/>
            <p:nvPr/>
          </p:nvSpPr>
          <p:spPr>
            <a:xfrm>
              <a:off x="3902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123"/>
            <p:cNvSpPr/>
            <p:nvPr/>
          </p:nvSpPr>
          <p:spPr>
            <a:xfrm>
              <a:off x="438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123"/>
            <p:cNvSpPr/>
            <p:nvPr/>
          </p:nvSpPr>
          <p:spPr>
            <a:xfrm>
              <a:off x="244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123"/>
            <p:cNvSpPr/>
            <p:nvPr/>
          </p:nvSpPr>
          <p:spPr>
            <a:xfrm>
              <a:off x="1958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123"/>
            <p:cNvSpPr/>
            <p:nvPr/>
          </p:nvSpPr>
          <p:spPr>
            <a:xfrm>
              <a:off x="1958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123"/>
            <p:cNvSpPr/>
            <p:nvPr/>
          </p:nvSpPr>
          <p:spPr>
            <a:xfrm>
              <a:off x="1958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76" name="Google Shape;1676;p123"/>
            <p:cNvGrpSpPr/>
            <p:nvPr/>
          </p:nvGrpSpPr>
          <p:grpSpPr>
            <a:xfrm>
              <a:off x="2138823" y="1876122"/>
              <a:ext cx="2916000" cy="1822154"/>
              <a:chOff x="2138823" y="1876122"/>
              <a:chExt cx="2916000" cy="1822154"/>
            </a:xfrm>
          </p:grpSpPr>
          <p:sp>
            <p:nvSpPr>
              <p:cNvPr id="1677" name="Google Shape;1677;p123"/>
              <p:cNvSpPr/>
              <p:nvPr/>
            </p:nvSpPr>
            <p:spPr>
              <a:xfrm>
                <a:off x="2138823" y="2200976"/>
                <a:ext cx="2916000" cy="149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27000" tIns="27000" rIns="27000" bIns="27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600" b="0" i="0" u="none" strike="noStrike" cap="non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rPr>
                  <a:t>Почтовый сервер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123"/>
              <p:cNvSpPr/>
              <p:nvPr/>
            </p:nvSpPr>
            <p:spPr>
              <a:xfrm>
                <a:off x="2138823" y="1876122"/>
                <a:ext cx="2916000" cy="493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27000" tIns="27000" rIns="27000" bIns="27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5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MS Exchange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79" name="Google Shape;1679;p123"/>
          <p:cNvSpPr txBox="1"/>
          <p:nvPr/>
        </p:nvSpPr>
        <p:spPr>
          <a:xfrm>
            <a:off x="7779531" y="1233258"/>
            <a:ext cx="1176300" cy="1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IaaS-PROD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0" name="Google Shape;1680;p123"/>
          <p:cNvCxnSpPr/>
          <p:nvPr/>
        </p:nvCxnSpPr>
        <p:spPr>
          <a:xfrm rot="10800000">
            <a:off x="5268137" y="4343417"/>
            <a:ext cx="1538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grpSp>
        <p:nvGrpSpPr>
          <p:cNvPr id="1681" name="Google Shape;1681;p123"/>
          <p:cNvGrpSpPr/>
          <p:nvPr/>
        </p:nvGrpSpPr>
        <p:grpSpPr>
          <a:xfrm>
            <a:off x="7937966" y="1915638"/>
            <a:ext cx="553846" cy="349576"/>
            <a:chOff x="9860970" y="1600043"/>
            <a:chExt cx="738461" cy="466101"/>
          </a:xfrm>
        </p:grpSpPr>
        <p:sp>
          <p:nvSpPr>
            <p:cNvPr id="1682" name="Google Shape;1682;p123"/>
            <p:cNvSpPr/>
            <p:nvPr/>
          </p:nvSpPr>
          <p:spPr>
            <a:xfrm>
              <a:off x="9860970" y="1699544"/>
              <a:ext cx="730500" cy="3666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spcFirstLastPara="1" wrap="square" lIns="20250" tIns="20250" rIns="20250" bIns="20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rgbClr val="706F6F"/>
                  </a:solidFill>
                  <a:latin typeface="Arial"/>
                  <a:ea typeface="Arial"/>
                  <a:cs typeface="Arial"/>
                  <a:sym typeface="Arial"/>
                </a:rPr>
                <a:t>Object storage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123"/>
            <p:cNvSpPr/>
            <p:nvPr/>
          </p:nvSpPr>
          <p:spPr>
            <a:xfrm>
              <a:off x="9868931" y="1600043"/>
              <a:ext cx="730500" cy="123600"/>
            </a:xfrm>
            <a:prstGeom prst="rect">
              <a:avLst/>
            </a:prstGeom>
            <a:solidFill>
              <a:srgbClr val="0070BA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>
                  <a:solidFill>
                    <a:srgbClr val="FFFFFF"/>
                  </a:solidFill>
                </a:rPr>
                <a:t>MiniO</a:t>
              </a:r>
              <a:endParaRPr sz="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4" name="Google Shape;1684;p123"/>
          <p:cNvGrpSpPr/>
          <p:nvPr/>
        </p:nvGrpSpPr>
        <p:grpSpPr>
          <a:xfrm>
            <a:off x="6541344" y="1880659"/>
            <a:ext cx="593975" cy="415487"/>
            <a:chOff x="-1701619" y="4540110"/>
            <a:chExt cx="791967" cy="553983"/>
          </a:xfrm>
        </p:grpSpPr>
        <p:sp>
          <p:nvSpPr>
            <p:cNvPr id="1685" name="Google Shape;1685;p123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123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123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123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123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123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123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123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23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23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23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123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123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123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123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123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123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123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23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23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123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Message broker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123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Rabbit MQ</a:t>
              </a:r>
              <a:endPara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7" name="Google Shape;1707;p123"/>
          <p:cNvSpPr/>
          <p:nvPr/>
        </p:nvSpPr>
        <p:spPr>
          <a:xfrm>
            <a:off x="8233914" y="2334646"/>
            <a:ext cx="358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443/TCP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8" name="Google Shape;1708;p123"/>
          <p:cNvSpPr/>
          <p:nvPr/>
        </p:nvSpPr>
        <p:spPr>
          <a:xfrm>
            <a:off x="1937501" y="2995847"/>
            <a:ext cx="402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587/SMTP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9" name="Google Shape;1709;p123"/>
          <p:cNvSpPr/>
          <p:nvPr/>
        </p:nvSpPr>
        <p:spPr>
          <a:xfrm>
            <a:off x="3230534" y="1973393"/>
            <a:ext cx="360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0" name="Google Shape;1710;p123"/>
          <p:cNvSpPr/>
          <p:nvPr/>
        </p:nvSpPr>
        <p:spPr>
          <a:xfrm>
            <a:off x="2153978" y="1494996"/>
            <a:ext cx="358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443/TCP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1" name="Google Shape;1711;p123"/>
          <p:cNvSpPr/>
          <p:nvPr/>
        </p:nvSpPr>
        <p:spPr>
          <a:xfrm rot="-5400000">
            <a:off x="3548825" y="2305974"/>
            <a:ext cx="3801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8080/http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2" name="Google Shape;1712;p123"/>
          <p:cNvSpPr/>
          <p:nvPr/>
        </p:nvSpPr>
        <p:spPr>
          <a:xfrm>
            <a:off x="6727538" y="1692064"/>
            <a:ext cx="3885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15672, 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5672/TCP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123"/>
          <p:cNvSpPr/>
          <p:nvPr/>
        </p:nvSpPr>
        <p:spPr>
          <a:xfrm>
            <a:off x="8073297" y="1232569"/>
            <a:ext cx="81000" cy="81000"/>
          </a:xfrm>
          <a:prstGeom prst="ellipse">
            <a:avLst/>
          </a:prstGeom>
          <a:solidFill>
            <a:srgbClr val="00B050">
              <a:alpha val="651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4" name="Google Shape;1714;p123"/>
          <p:cNvCxnSpPr>
            <a:stCxn id="1595" idx="0"/>
            <a:endCxn id="1715" idx="2"/>
          </p:cNvCxnSpPr>
          <p:nvPr/>
        </p:nvCxnSpPr>
        <p:spPr>
          <a:xfrm rot="-5400000">
            <a:off x="4511494" y="1168416"/>
            <a:ext cx="133800" cy="1517700"/>
          </a:xfrm>
          <a:prstGeom prst="bentConnector3">
            <a:avLst>
              <a:gd name="adj1" fmla="val 196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716" name="Google Shape;1716;p123"/>
          <p:cNvCxnSpPr>
            <a:stCxn id="1717" idx="2"/>
            <a:endCxn id="1718" idx="2"/>
          </p:cNvCxnSpPr>
          <p:nvPr/>
        </p:nvCxnSpPr>
        <p:spPr>
          <a:xfrm rot="-5400000">
            <a:off x="4893395" y="797760"/>
            <a:ext cx="124500" cy="2272200"/>
          </a:xfrm>
          <a:prstGeom prst="bentConnector3">
            <a:avLst>
              <a:gd name="adj1" fmla="val -3445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grpSp>
        <p:nvGrpSpPr>
          <p:cNvPr id="1719" name="Google Shape;1719;p123"/>
          <p:cNvGrpSpPr/>
          <p:nvPr/>
        </p:nvGrpSpPr>
        <p:grpSpPr>
          <a:xfrm>
            <a:off x="3545037" y="712511"/>
            <a:ext cx="593975" cy="415487"/>
            <a:chOff x="-1701619" y="4540110"/>
            <a:chExt cx="791967" cy="553983"/>
          </a:xfrm>
        </p:grpSpPr>
        <p:sp>
          <p:nvSpPr>
            <p:cNvPr id="1720" name="Google Shape;1720;p123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123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123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123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123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123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123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123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23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23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123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123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23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23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23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23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123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123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123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123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123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IAM Server</a:t>
              </a:r>
              <a:endPara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23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MS AD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42" name="Google Shape;1742;p123"/>
          <p:cNvCxnSpPr>
            <a:stCxn id="1740" idx="1"/>
            <a:endCxn id="1654" idx="0"/>
          </p:cNvCxnSpPr>
          <p:nvPr/>
        </p:nvCxnSpPr>
        <p:spPr>
          <a:xfrm flipH="1">
            <a:off x="3019693" y="968216"/>
            <a:ext cx="552900" cy="338100"/>
          </a:xfrm>
          <a:prstGeom prst="bentConnector2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1743" name="Google Shape;1743;p123"/>
          <p:cNvSpPr/>
          <p:nvPr/>
        </p:nvSpPr>
        <p:spPr>
          <a:xfrm>
            <a:off x="3240111" y="823355"/>
            <a:ext cx="4053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LDAPs 636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p123"/>
          <p:cNvSpPr/>
          <p:nvPr/>
        </p:nvSpPr>
        <p:spPr>
          <a:xfrm>
            <a:off x="2691724" y="3190138"/>
            <a:ext cx="432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514/UDP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5" name="Google Shape;1745;p123"/>
          <p:cNvCxnSpPr/>
          <p:nvPr/>
        </p:nvCxnSpPr>
        <p:spPr>
          <a:xfrm>
            <a:off x="1494087" y="2941346"/>
            <a:ext cx="1089300" cy="0"/>
          </a:xfrm>
          <a:prstGeom prst="straightConnector1">
            <a:avLst/>
          </a:prstGeom>
          <a:noFill/>
          <a:ln w="12700" cap="flat" cmpd="sng">
            <a:solidFill>
              <a:srgbClr val="C00000"/>
            </a:solidFill>
            <a:prstDash val="lgDash"/>
            <a:round/>
            <a:headEnd type="none" w="sm" len="sm"/>
            <a:tailEnd type="none" w="sm" len="sm"/>
          </a:ln>
        </p:spPr>
      </p:cxnSp>
      <p:cxnSp>
        <p:nvCxnSpPr>
          <p:cNvPr id="1746" name="Google Shape;1746;p123"/>
          <p:cNvCxnSpPr>
            <a:stCxn id="1717" idx="2"/>
            <a:endCxn id="1747" idx="2"/>
          </p:cNvCxnSpPr>
          <p:nvPr/>
        </p:nvCxnSpPr>
        <p:spPr>
          <a:xfrm rot="-5400000">
            <a:off x="4158545" y="1516110"/>
            <a:ext cx="141000" cy="819000"/>
          </a:xfrm>
          <a:prstGeom prst="bentConnector3">
            <a:avLst>
              <a:gd name="adj1" fmla="val 3043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748" name="Google Shape;1748;p123"/>
          <p:cNvCxnSpPr>
            <a:stCxn id="1595" idx="0"/>
            <a:endCxn id="1749" idx="0"/>
          </p:cNvCxnSpPr>
          <p:nvPr/>
        </p:nvCxnSpPr>
        <p:spPr>
          <a:xfrm rot="-5400000" flipH="1">
            <a:off x="4793794" y="1019916"/>
            <a:ext cx="323700" cy="2272200"/>
          </a:xfrm>
          <a:prstGeom prst="bentConnector3">
            <a:avLst>
              <a:gd name="adj1" fmla="val 2868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750" name="Google Shape;1750;p123"/>
          <p:cNvCxnSpPr>
            <a:stCxn id="1717" idx="2"/>
            <a:endCxn id="1751" idx="0"/>
          </p:cNvCxnSpPr>
          <p:nvPr/>
        </p:nvCxnSpPr>
        <p:spPr>
          <a:xfrm rot="-5400000" flipH="1">
            <a:off x="4420295" y="1395360"/>
            <a:ext cx="316200" cy="1517700"/>
          </a:xfrm>
          <a:prstGeom prst="bentConnector3">
            <a:avLst>
              <a:gd name="adj1" fmla="val 43228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752" name="Google Shape;1752;p123"/>
          <p:cNvCxnSpPr>
            <a:stCxn id="1595" idx="0"/>
            <a:endCxn id="1753" idx="0"/>
          </p:cNvCxnSpPr>
          <p:nvPr/>
        </p:nvCxnSpPr>
        <p:spPr>
          <a:xfrm rot="-5400000" flipH="1">
            <a:off x="4068694" y="1745016"/>
            <a:ext cx="318000" cy="816300"/>
          </a:xfrm>
          <a:prstGeom prst="bentConnector3">
            <a:avLst>
              <a:gd name="adj1" fmla="val 5838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grpSp>
        <p:nvGrpSpPr>
          <p:cNvPr id="1754" name="Google Shape;1754;p123"/>
          <p:cNvGrpSpPr/>
          <p:nvPr/>
        </p:nvGrpSpPr>
        <p:grpSpPr>
          <a:xfrm>
            <a:off x="3521987" y="1877484"/>
            <a:ext cx="593975" cy="415487"/>
            <a:chOff x="-1701619" y="4540110"/>
            <a:chExt cx="791967" cy="553983"/>
          </a:xfrm>
        </p:grpSpPr>
        <p:sp>
          <p:nvSpPr>
            <p:cNvPr id="1755" name="Google Shape;1755;p123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123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123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123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123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123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123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123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123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123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123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123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123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123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123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123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123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123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123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123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123"/>
            <p:cNvSpPr/>
            <p:nvPr/>
          </p:nvSpPr>
          <p:spPr>
            <a:xfrm>
              <a:off x="-1664877" y="4695686"/>
              <a:ext cx="720000" cy="36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Backend for frontend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23"/>
            <p:cNvSpPr/>
            <p:nvPr/>
          </p:nvSpPr>
          <p:spPr>
            <a:xfrm>
              <a:off x="-1664875" y="4576478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.NET</a:t>
              </a:r>
              <a:endPara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5" name="Google Shape;1775;p123"/>
          <p:cNvSpPr/>
          <p:nvPr/>
        </p:nvSpPr>
        <p:spPr>
          <a:xfrm>
            <a:off x="4155564" y="1837420"/>
            <a:ext cx="360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123"/>
          <p:cNvSpPr/>
          <p:nvPr/>
        </p:nvSpPr>
        <p:spPr>
          <a:xfrm>
            <a:off x="4809564" y="1873427"/>
            <a:ext cx="360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p123"/>
          <p:cNvSpPr/>
          <p:nvPr/>
        </p:nvSpPr>
        <p:spPr>
          <a:xfrm>
            <a:off x="5553575" y="1922993"/>
            <a:ext cx="360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8" name="Google Shape;1778;p123"/>
          <p:cNvSpPr/>
          <p:nvPr/>
        </p:nvSpPr>
        <p:spPr>
          <a:xfrm>
            <a:off x="5554130" y="2069576"/>
            <a:ext cx="360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123"/>
          <p:cNvSpPr/>
          <p:nvPr/>
        </p:nvSpPr>
        <p:spPr>
          <a:xfrm>
            <a:off x="4809564" y="2116986"/>
            <a:ext cx="360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0" name="Google Shape;1780;p123"/>
          <p:cNvSpPr/>
          <p:nvPr/>
        </p:nvSpPr>
        <p:spPr>
          <a:xfrm>
            <a:off x="4162561" y="2156024"/>
            <a:ext cx="360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1" name="Google Shape;1781;p123"/>
          <p:cNvCxnSpPr>
            <a:stCxn id="1782" idx="3"/>
            <a:endCxn id="1685" idx="0"/>
          </p:cNvCxnSpPr>
          <p:nvPr/>
        </p:nvCxnSpPr>
        <p:spPr>
          <a:xfrm>
            <a:off x="4934822" y="1759367"/>
            <a:ext cx="1639200" cy="121200"/>
          </a:xfrm>
          <a:prstGeom prst="bentConnector2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783" name="Google Shape;1783;p123"/>
          <p:cNvCxnSpPr>
            <a:stCxn id="1715" idx="3"/>
            <a:endCxn id="1695" idx="0"/>
          </p:cNvCxnSpPr>
          <p:nvPr/>
        </p:nvCxnSpPr>
        <p:spPr>
          <a:xfrm>
            <a:off x="5607110" y="1724796"/>
            <a:ext cx="1055100" cy="156000"/>
          </a:xfrm>
          <a:prstGeom prst="bentConnector2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784" name="Google Shape;1784;p123"/>
          <p:cNvCxnSpPr>
            <a:stCxn id="1785" idx="3"/>
            <a:endCxn id="1690" idx="0"/>
          </p:cNvCxnSpPr>
          <p:nvPr/>
        </p:nvCxnSpPr>
        <p:spPr>
          <a:xfrm>
            <a:off x="6388064" y="1688195"/>
            <a:ext cx="362100" cy="192600"/>
          </a:xfrm>
          <a:prstGeom prst="bentConnector2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grpSp>
        <p:nvGrpSpPr>
          <p:cNvPr id="1786" name="Google Shape;1786;p123"/>
          <p:cNvGrpSpPr/>
          <p:nvPr/>
        </p:nvGrpSpPr>
        <p:grpSpPr>
          <a:xfrm>
            <a:off x="4340847" y="1464064"/>
            <a:ext cx="593975" cy="415487"/>
            <a:chOff x="-1701619" y="4540110"/>
            <a:chExt cx="791967" cy="553983"/>
          </a:xfrm>
        </p:grpSpPr>
        <p:sp>
          <p:nvSpPr>
            <p:cNvPr id="1787" name="Google Shape;1787;p123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123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123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123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123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123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123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123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123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123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123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123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123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123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123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123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123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123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123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123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123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Workflow 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Backend service</a:t>
              </a:r>
              <a:endParaRPr sz="5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123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.NET</a:t>
              </a:r>
              <a:endPara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07" name="Google Shape;1807;p123"/>
          <p:cNvCxnSpPr>
            <a:stCxn id="1753" idx="3"/>
            <a:endCxn id="1696" idx="2"/>
          </p:cNvCxnSpPr>
          <p:nvPr/>
        </p:nvCxnSpPr>
        <p:spPr>
          <a:xfrm rot="10800000" flipH="1">
            <a:off x="4905925" y="2296109"/>
            <a:ext cx="1668000" cy="61800"/>
          </a:xfrm>
          <a:prstGeom prst="bentConnector2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808" name="Google Shape;1808;p123"/>
          <p:cNvCxnSpPr>
            <a:stCxn id="1809" idx="3"/>
            <a:endCxn id="1701" idx="2"/>
          </p:cNvCxnSpPr>
          <p:nvPr/>
        </p:nvCxnSpPr>
        <p:spPr>
          <a:xfrm rot="10800000" flipH="1">
            <a:off x="5633528" y="2296271"/>
            <a:ext cx="1028700" cy="105300"/>
          </a:xfrm>
          <a:prstGeom prst="bentConnector2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810" name="Google Shape;1810;p123"/>
          <p:cNvCxnSpPr>
            <a:stCxn id="1811" idx="0"/>
            <a:endCxn id="1697" idx="2"/>
          </p:cNvCxnSpPr>
          <p:nvPr/>
        </p:nvCxnSpPr>
        <p:spPr>
          <a:xfrm rot="-5400000">
            <a:off x="6469889" y="2181802"/>
            <a:ext cx="165900" cy="394800"/>
          </a:xfrm>
          <a:prstGeom prst="bentConnector3">
            <a:avLst>
              <a:gd name="adj1" fmla="val -3798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grpSp>
        <p:nvGrpSpPr>
          <p:cNvPr id="1812" name="Google Shape;1812;p123"/>
          <p:cNvGrpSpPr/>
          <p:nvPr/>
        </p:nvGrpSpPr>
        <p:grpSpPr>
          <a:xfrm>
            <a:off x="4338367" y="2281386"/>
            <a:ext cx="593975" cy="415487"/>
            <a:chOff x="-1701619" y="4540110"/>
            <a:chExt cx="791967" cy="553983"/>
          </a:xfrm>
        </p:grpSpPr>
        <p:sp>
          <p:nvSpPr>
            <p:cNvPr id="1813" name="Google Shape;1813;p123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123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123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123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123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123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123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123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123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123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123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123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123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123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123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123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123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123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123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123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123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Notification 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Backend service</a:t>
              </a:r>
              <a:endParaRPr sz="5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123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.NET</a:t>
              </a:r>
              <a:endPara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4" name="Google Shape;1834;p123"/>
          <p:cNvSpPr/>
          <p:nvPr/>
        </p:nvSpPr>
        <p:spPr>
          <a:xfrm>
            <a:off x="6781988" y="2302560"/>
            <a:ext cx="3885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15672, 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5672/TCP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5" name="Google Shape;1835;p123"/>
          <p:cNvCxnSpPr>
            <a:stCxn id="1836" idx="0"/>
            <a:endCxn id="1683" idx="0"/>
          </p:cNvCxnSpPr>
          <p:nvPr/>
        </p:nvCxnSpPr>
        <p:spPr>
          <a:xfrm rot="-5400000" flipH="1">
            <a:off x="6553939" y="251692"/>
            <a:ext cx="446400" cy="2881200"/>
          </a:xfrm>
          <a:prstGeom prst="bentConnector3">
            <a:avLst>
              <a:gd name="adj1" fmla="val -1614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837" name="Google Shape;1837;p123"/>
          <p:cNvCxnSpPr>
            <a:stCxn id="1838" idx="2"/>
            <a:endCxn id="1682" idx="2"/>
          </p:cNvCxnSpPr>
          <p:nvPr/>
        </p:nvCxnSpPr>
        <p:spPr>
          <a:xfrm rot="-5400000">
            <a:off x="6570860" y="1031390"/>
            <a:ext cx="407400" cy="2874900"/>
          </a:xfrm>
          <a:prstGeom prst="bentConnector3">
            <a:avLst>
              <a:gd name="adj1" fmla="val -5562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sp>
        <p:nvSpPr>
          <p:cNvPr id="1839" name="Google Shape;1839;p123"/>
          <p:cNvSpPr/>
          <p:nvPr/>
        </p:nvSpPr>
        <p:spPr>
          <a:xfrm>
            <a:off x="8217823" y="1723746"/>
            <a:ext cx="358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443/TCP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0" name="Google Shape;1840;p123"/>
          <p:cNvCxnSpPr>
            <a:stCxn id="1833" idx="3"/>
            <a:endCxn id="1841" idx="2"/>
          </p:cNvCxnSpPr>
          <p:nvPr/>
        </p:nvCxnSpPr>
        <p:spPr>
          <a:xfrm rot="10800000" flipH="1">
            <a:off x="4905923" y="2296190"/>
            <a:ext cx="2347200" cy="240900"/>
          </a:xfrm>
          <a:prstGeom prst="bentConnector2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grpSp>
        <p:nvGrpSpPr>
          <p:cNvPr id="1842" name="Google Shape;1842;p123"/>
          <p:cNvGrpSpPr/>
          <p:nvPr/>
        </p:nvGrpSpPr>
        <p:grpSpPr>
          <a:xfrm>
            <a:off x="7220416" y="1880659"/>
            <a:ext cx="593975" cy="415487"/>
            <a:chOff x="-1701619" y="4540110"/>
            <a:chExt cx="791967" cy="553983"/>
          </a:xfrm>
        </p:grpSpPr>
        <p:sp>
          <p:nvSpPr>
            <p:cNvPr id="1843" name="Google Shape;1843;p123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123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123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123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123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123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123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123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123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123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123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123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123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123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123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123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123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123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123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123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123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DB Server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123"/>
            <p:cNvSpPr/>
            <p:nvPr/>
          </p:nvSpPr>
          <p:spPr>
            <a:xfrm>
              <a:off x="-1664874" y="4581232"/>
              <a:ext cx="720000" cy="207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PostgreSQL + </a:t>
              </a:r>
              <a:r>
                <a:rPr lang="ru" sz="500">
                  <a:solidFill>
                    <a:schemeClr val="lt1"/>
                  </a:solidFill>
                </a:rPr>
                <a:t>pg vector</a:t>
              </a:r>
              <a:endPara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64" name="Google Shape;1864;p123"/>
          <p:cNvCxnSpPr>
            <a:stCxn id="1865" idx="3"/>
            <a:endCxn id="1858" idx="2"/>
          </p:cNvCxnSpPr>
          <p:nvPr/>
        </p:nvCxnSpPr>
        <p:spPr>
          <a:xfrm rot="10800000" flipH="1">
            <a:off x="5633528" y="2296189"/>
            <a:ext cx="1707600" cy="280500"/>
          </a:xfrm>
          <a:prstGeom prst="bentConnector2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866" name="Google Shape;1866;p123"/>
          <p:cNvCxnSpPr>
            <a:stCxn id="1867" idx="2"/>
            <a:endCxn id="1854" idx="2"/>
          </p:cNvCxnSpPr>
          <p:nvPr/>
        </p:nvCxnSpPr>
        <p:spPr>
          <a:xfrm rot="-5400000">
            <a:off x="6732839" y="1918661"/>
            <a:ext cx="318900" cy="1073700"/>
          </a:xfrm>
          <a:prstGeom prst="bentConnector3">
            <a:avLst>
              <a:gd name="adj1" fmla="val -747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grpSp>
        <p:nvGrpSpPr>
          <p:cNvPr id="1868" name="Google Shape;1868;p123"/>
          <p:cNvGrpSpPr/>
          <p:nvPr/>
        </p:nvGrpSpPr>
        <p:grpSpPr>
          <a:xfrm>
            <a:off x="5039553" y="2281386"/>
            <a:ext cx="593975" cy="415487"/>
            <a:chOff x="-1701619" y="4540110"/>
            <a:chExt cx="791967" cy="553983"/>
          </a:xfrm>
        </p:grpSpPr>
        <p:sp>
          <p:nvSpPr>
            <p:cNvPr id="1869" name="Google Shape;1869;p123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123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123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123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123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123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123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23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23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123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123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123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23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23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123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123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123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123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123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123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123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Comment 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Backend service</a:t>
              </a:r>
              <a:endParaRPr sz="5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123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.NET</a:t>
              </a:r>
              <a:endPara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7" name="Google Shape;1887;p123"/>
          <p:cNvGrpSpPr/>
          <p:nvPr/>
        </p:nvGrpSpPr>
        <p:grpSpPr>
          <a:xfrm>
            <a:off x="5794088" y="2287033"/>
            <a:ext cx="593975" cy="415487"/>
            <a:chOff x="-1701619" y="4540110"/>
            <a:chExt cx="791967" cy="553983"/>
          </a:xfrm>
        </p:grpSpPr>
        <p:sp>
          <p:nvSpPr>
            <p:cNvPr id="1888" name="Google Shape;1888;p123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123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123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123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123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123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123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123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123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123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123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123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123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123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123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123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123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123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123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123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123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Report 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Backend service</a:t>
              </a:r>
              <a:endParaRPr sz="5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123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.NET</a:t>
              </a:r>
              <a:endPara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907" name="Google Shape;1907;p123"/>
          <p:cNvCxnSpPr>
            <a:stCxn id="1791" idx="0"/>
            <a:endCxn id="1843" idx="0"/>
          </p:cNvCxnSpPr>
          <p:nvPr/>
        </p:nvCxnSpPr>
        <p:spPr>
          <a:xfrm rot="-5400000" flipH="1">
            <a:off x="5956847" y="584532"/>
            <a:ext cx="241500" cy="2350800"/>
          </a:xfrm>
          <a:prstGeom prst="bentConnector3">
            <a:avLst>
              <a:gd name="adj1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908" name="Google Shape;1908;p123"/>
          <p:cNvCxnSpPr>
            <a:stCxn id="1909" idx="3"/>
            <a:endCxn id="1853" idx="0"/>
          </p:cNvCxnSpPr>
          <p:nvPr/>
        </p:nvCxnSpPr>
        <p:spPr>
          <a:xfrm>
            <a:off x="5633528" y="1589276"/>
            <a:ext cx="1707600" cy="291300"/>
          </a:xfrm>
          <a:prstGeom prst="bentConnector2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910" name="Google Shape;1910;p123"/>
          <p:cNvCxnSpPr>
            <a:stCxn id="1911" idx="3"/>
            <a:endCxn id="1848" idx="0"/>
          </p:cNvCxnSpPr>
          <p:nvPr/>
        </p:nvCxnSpPr>
        <p:spPr>
          <a:xfrm>
            <a:off x="6361646" y="1556975"/>
            <a:ext cx="1067700" cy="323700"/>
          </a:xfrm>
          <a:prstGeom prst="bentConnector2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grpSp>
        <p:nvGrpSpPr>
          <p:cNvPr id="1912" name="Google Shape;1912;p123"/>
          <p:cNvGrpSpPr/>
          <p:nvPr/>
        </p:nvGrpSpPr>
        <p:grpSpPr>
          <a:xfrm>
            <a:off x="5039553" y="1469092"/>
            <a:ext cx="593975" cy="415487"/>
            <a:chOff x="-1701619" y="4540110"/>
            <a:chExt cx="791967" cy="553983"/>
          </a:xfrm>
        </p:grpSpPr>
        <p:sp>
          <p:nvSpPr>
            <p:cNvPr id="1913" name="Google Shape;1913;p123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123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123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123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123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123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123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123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123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123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123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123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123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123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123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123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123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123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123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123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123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Calculation 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Backend service</a:t>
              </a:r>
              <a:endParaRPr sz="5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123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.NET</a:t>
              </a:r>
              <a:endPara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2" name="Google Shape;1932;p123"/>
          <p:cNvGrpSpPr/>
          <p:nvPr/>
        </p:nvGrpSpPr>
        <p:grpSpPr>
          <a:xfrm>
            <a:off x="5794088" y="1480451"/>
            <a:ext cx="593975" cy="415487"/>
            <a:chOff x="-1701619" y="4540110"/>
            <a:chExt cx="791967" cy="553983"/>
          </a:xfrm>
        </p:grpSpPr>
        <p:sp>
          <p:nvSpPr>
            <p:cNvPr id="1933" name="Google Shape;1933;p123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123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123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123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123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123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123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123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123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123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123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123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123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123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123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123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123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123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123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123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123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Authorization 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Backend service</a:t>
              </a:r>
              <a:endParaRPr sz="5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123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.NET</a:t>
              </a:r>
              <a:endPara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2" name="Google Shape;1952;p123"/>
          <p:cNvSpPr txBox="1"/>
          <p:nvPr/>
        </p:nvSpPr>
        <p:spPr>
          <a:xfrm>
            <a:off x="6299060" y="1227374"/>
            <a:ext cx="1176300" cy="1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PaaS-PROD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123"/>
          <p:cNvSpPr/>
          <p:nvPr/>
        </p:nvSpPr>
        <p:spPr>
          <a:xfrm rot="5400000">
            <a:off x="7309348" y="2391548"/>
            <a:ext cx="388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5432/TCP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4" name="Google Shape;1954;p123"/>
          <p:cNvSpPr txBox="1"/>
          <p:nvPr/>
        </p:nvSpPr>
        <p:spPr>
          <a:xfrm>
            <a:off x="7807524" y="788025"/>
            <a:ext cx="1176300" cy="1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КСПД</a:t>
            </a:r>
            <a:endParaRPr sz="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p123"/>
          <p:cNvSpPr/>
          <p:nvPr/>
        </p:nvSpPr>
        <p:spPr>
          <a:xfrm>
            <a:off x="8187603" y="790712"/>
            <a:ext cx="81000" cy="81000"/>
          </a:xfrm>
          <a:prstGeom prst="ellipse">
            <a:avLst/>
          </a:prstGeom>
          <a:solidFill>
            <a:srgbClr val="00B050">
              <a:alpha val="651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6" name="Google Shape;1956;p123"/>
          <p:cNvCxnSpPr>
            <a:stCxn id="1957" idx="2"/>
            <a:endCxn id="1678" idx="0"/>
          </p:cNvCxnSpPr>
          <p:nvPr/>
        </p:nvCxnSpPr>
        <p:spPr>
          <a:xfrm rot="5400000">
            <a:off x="2572264" y="2412046"/>
            <a:ext cx="426600" cy="1538100"/>
          </a:xfrm>
          <a:prstGeom prst="bentConnector3">
            <a:avLst>
              <a:gd name="adj1" fmla="val 3438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grpSp>
        <p:nvGrpSpPr>
          <p:cNvPr id="1958" name="Google Shape;1958;p123"/>
          <p:cNvGrpSpPr/>
          <p:nvPr/>
        </p:nvGrpSpPr>
        <p:grpSpPr>
          <a:xfrm>
            <a:off x="3521989" y="2552308"/>
            <a:ext cx="593975" cy="415487"/>
            <a:chOff x="-1701619" y="4540110"/>
            <a:chExt cx="791967" cy="553983"/>
          </a:xfrm>
        </p:grpSpPr>
        <p:sp>
          <p:nvSpPr>
            <p:cNvPr id="1959" name="Google Shape;1959;p123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123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123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123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123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123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123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123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123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123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123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123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123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123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123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123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123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123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123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123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123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API Gateway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123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ENVOY</a:t>
              </a:r>
              <a:endPara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9" name="Google Shape;1979;p123"/>
          <p:cNvGrpSpPr/>
          <p:nvPr/>
        </p:nvGrpSpPr>
        <p:grpSpPr>
          <a:xfrm>
            <a:off x="2424332" y="3369099"/>
            <a:ext cx="593939" cy="415469"/>
            <a:chOff x="1958823" y="1705953"/>
            <a:chExt cx="3276000" cy="2291613"/>
          </a:xfrm>
        </p:grpSpPr>
        <p:sp>
          <p:nvSpPr>
            <p:cNvPr id="1980" name="Google Shape;1980;p123"/>
            <p:cNvSpPr/>
            <p:nvPr/>
          </p:nvSpPr>
          <p:spPr>
            <a:xfrm>
              <a:off x="195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123"/>
            <p:cNvSpPr/>
            <p:nvPr/>
          </p:nvSpPr>
          <p:spPr>
            <a:xfrm>
              <a:off x="487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123"/>
            <p:cNvSpPr/>
            <p:nvPr/>
          </p:nvSpPr>
          <p:spPr>
            <a:xfrm>
              <a:off x="487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123"/>
            <p:cNvSpPr/>
            <p:nvPr/>
          </p:nvSpPr>
          <p:spPr>
            <a:xfrm>
              <a:off x="4874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123"/>
            <p:cNvSpPr/>
            <p:nvPr/>
          </p:nvSpPr>
          <p:spPr>
            <a:xfrm>
              <a:off x="4874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123"/>
            <p:cNvSpPr/>
            <p:nvPr/>
          </p:nvSpPr>
          <p:spPr>
            <a:xfrm>
              <a:off x="2930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123"/>
            <p:cNvSpPr/>
            <p:nvPr/>
          </p:nvSpPr>
          <p:spPr>
            <a:xfrm>
              <a:off x="3416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123"/>
            <p:cNvSpPr/>
            <p:nvPr/>
          </p:nvSpPr>
          <p:spPr>
            <a:xfrm>
              <a:off x="3902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123"/>
            <p:cNvSpPr/>
            <p:nvPr/>
          </p:nvSpPr>
          <p:spPr>
            <a:xfrm>
              <a:off x="438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123"/>
            <p:cNvSpPr/>
            <p:nvPr/>
          </p:nvSpPr>
          <p:spPr>
            <a:xfrm>
              <a:off x="4874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123"/>
            <p:cNvSpPr/>
            <p:nvPr/>
          </p:nvSpPr>
          <p:spPr>
            <a:xfrm>
              <a:off x="244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123"/>
            <p:cNvSpPr/>
            <p:nvPr/>
          </p:nvSpPr>
          <p:spPr>
            <a:xfrm>
              <a:off x="195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123"/>
            <p:cNvSpPr/>
            <p:nvPr/>
          </p:nvSpPr>
          <p:spPr>
            <a:xfrm>
              <a:off x="2930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123"/>
            <p:cNvSpPr/>
            <p:nvPr/>
          </p:nvSpPr>
          <p:spPr>
            <a:xfrm>
              <a:off x="3416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123"/>
            <p:cNvSpPr/>
            <p:nvPr/>
          </p:nvSpPr>
          <p:spPr>
            <a:xfrm>
              <a:off x="3902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123"/>
            <p:cNvSpPr/>
            <p:nvPr/>
          </p:nvSpPr>
          <p:spPr>
            <a:xfrm>
              <a:off x="438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123"/>
            <p:cNvSpPr/>
            <p:nvPr/>
          </p:nvSpPr>
          <p:spPr>
            <a:xfrm>
              <a:off x="244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123"/>
            <p:cNvSpPr/>
            <p:nvPr/>
          </p:nvSpPr>
          <p:spPr>
            <a:xfrm>
              <a:off x="1958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123"/>
            <p:cNvSpPr/>
            <p:nvPr/>
          </p:nvSpPr>
          <p:spPr>
            <a:xfrm>
              <a:off x="1958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123"/>
            <p:cNvSpPr/>
            <p:nvPr/>
          </p:nvSpPr>
          <p:spPr>
            <a:xfrm>
              <a:off x="1958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00" name="Google Shape;2000;p123"/>
            <p:cNvGrpSpPr/>
            <p:nvPr/>
          </p:nvGrpSpPr>
          <p:grpSpPr>
            <a:xfrm>
              <a:off x="2138823" y="1876122"/>
              <a:ext cx="2916000" cy="1822154"/>
              <a:chOff x="2138823" y="1876122"/>
              <a:chExt cx="2916000" cy="1822154"/>
            </a:xfrm>
          </p:grpSpPr>
          <p:sp>
            <p:nvSpPr>
              <p:cNvPr id="2001" name="Google Shape;2001;p123"/>
              <p:cNvSpPr/>
              <p:nvPr/>
            </p:nvSpPr>
            <p:spPr>
              <a:xfrm>
                <a:off x="2138823" y="2200976"/>
                <a:ext cx="2916000" cy="149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27000" tIns="27000" rIns="27000" bIns="27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600" b="0" i="0" u="none" strike="noStrike" cap="non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rPr>
                  <a:t>События безопасности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2" name="Google Shape;2002;p123"/>
              <p:cNvSpPr/>
              <p:nvPr/>
            </p:nvSpPr>
            <p:spPr>
              <a:xfrm>
                <a:off x="2138823" y="1876122"/>
                <a:ext cx="2916000" cy="493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27000" tIns="27000" rIns="27000" bIns="27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5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Arcsight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2003" name="Google Shape;2003;p123"/>
          <p:cNvCxnSpPr>
            <a:stCxn id="1974" idx="2"/>
            <a:endCxn id="2002" idx="0"/>
          </p:cNvCxnSpPr>
          <p:nvPr/>
        </p:nvCxnSpPr>
        <p:spPr>
          <a:xfrm rot="5400000">
            <a:off x="2965934" y="2723296"/>
            <a:ext cx="432300" cy="921300"/>
          </a:xfrm>
          <a:prstGeom prst="bentConnector3">
            <a:avLst>
              <a:gd name="adj1" fmla="val 57706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grpSp>
        <p:nvGrpSpPr>
          <p:cNvPr id="2004" name="Google Shape;2004;p123"/>
          <p:cNvGrpSpPr/>
          <p:nvPr/>
        </p:nvGrpSpPr>
        <p:grpSpPr>
          <a:xfrm>
            <a:off x="3120512" y="3372637"/>
            <a:ext cx="593939" cy="415469"/>
            <a:chOff x="1958823" y="1705953"/>
            <a:chExt cx="3276000" cy="2291613"/>
          </a:xfrm>
        </p:grpSpPr>
        <p:sp>
          <p:nvSpPr>
            <p:cNvPr id="2005" name="Google Shape;2005;p123"/>
            <p:cNvSpPr/>
            <p:nvPr/>
          </p:nvSpPr>
          <p:spPr>
            <a:xfrm>
              <a:off x="195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123"/>
            <p:cNvSpPr/>
            <p:nvPr/>
          </p:nvSpPr>
          <p:spPr>
            <a:xfrm>
              <a:off x="487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123"/>
            <p:cNvSpPr/>
            <p:nvPr/>
          </p:nvSpPr>
          <p:spPr>
            <a:xfrm>
              <a:off x="487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123"/>
            <p:cNvSpPr/>
            <p:nvPr/>
          </p:nvSpPr>
          <p:spPr>
            <a:xfrm>
              <a:off x="4874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123"/>
            <p:cNvSpPr/>
            <p:nvPr/>
          </p:nvSpPr>
          <p:spPr>
            <a:xfrm>
              <a:off x="4874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123"/>
            <p:cNvSpPr/>
            <p:nvPr/>
          </p:nvSpPr>
          <p:spPr>
            <a:xfrm>
              <a:off x="2930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123"/>
            <p:cNvSpPr/>
            <p:nvPr/>
          </p:nvSpPr>
          <p:spPr>
            <a:xfrm>
              <a:off x="3416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123"/>
            <p:cNvSpPr/>
            <p:nvPr/>
          </p:nvSpPr>
          <p:spPr>
            <a:xfrm>
              <a:off x="3902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123"/>
            <p:cNvSpPr/>
            <p:nvPr/>
          </p:nvSpPr>
          <p:spPr>
            <a:xfrm>
              <a:off x="438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123"/>
            <p:cNvSpPr/>
            <p:nvPr/>
          </p:nvSpPr>
          <p:spPr>
            <a:xfrm>
              <a:off x="4874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123"/>
            <p:cNvSpPr/>
            <p:nvPr/>
          </p:nvSpPr>
          <p:spPr>
            <a:xfrm>
              <a:off x="244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123"/>
            <p:cNvSpPr/>
            <p:nvPr/>
          </p:nvSpPr>
          <p:spPr>
            <a:xfrm>
              <a:off x="195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123"/>
            <p:cNvSpPr/>
            <p:nvPr/>
          </p:nvSpPr>
          <p:spPr>
            <a:xfrm>
              <a:off x="2930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123"/>
            <p:cNvSpPr/>
            <p:nvPr/>
          </p:nvSpPr>
          <p:spPr>
            <a:xfrm>
              <a:off x="3416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123"/>
            <p:cNvSpPr/>
            <p:nvPr/>
          </p:nvSpPr>
          <p:spPr>
            <a:xfrm>
              <a:off x="3902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123"/>
            <p:cNvSpPr/>
            <p:nvPr/>
          </p:nvSpPr>
          <p:spPr>
            <a:xfrm>
              <a:off x="438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123"/>
            <p:cNvSpPr/>
            <p:nvPr/>
          </p:nvSpPr>
          <p:spPr>
            <a:xfrm>
              <a:off x="244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123"/>
            <p:cNvSpPr/>
            <p:nvPr/>
          </p:nvSpPr>
          <p:spPr>
            <a:xfrm>
              <a:off x="1958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123"/>
            <p:cNvSpPr/>
            <p:nvPr/>
          </p:nvSpPr>
          <p:spPr>
            <a:xfrm>
              <a:off x="1958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123"/>
            <p:cNvSpPr/>
            <p:nvPr/>
          </p:nvSpPr>
          <p:spPr>
            <a:xfrm>
              <a:off x="1958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25" name="Google Shape;2025;p123"/>
            <p:cNvGrpSpPr/>
            <p:nvPr/>
          </p:nvGrpSpPr>
          <p:grpSpPr>
            <a:xfrm>
              <a:off x="2138823" y="1876122"/>
              <a:ext cx="2916000" cy="1822154"/>
              <a:chOff x="2138823" y="1876122"/>
              <a:chExt cx="2916000" cy="1822154"/>
            </a:xfrm>
          </p:grpSpPr>
          <p:sp>
            <p:nvSpPr>
              <p:cNvPr id="2026" name="Google Shape;2026;p123"/>
              <p:cNvSpPr/>
              <p:nvPr/>
            </p:nvSpPr>
            <p:spPr>
              <a:xfrm>
                <a:off x="2138823" y="2200976"/>
                <a:ext cx="2916000" cy="149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27000" tIns="27000" rIns="27000" bIns="27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500" b="0" i="0" u="none" strike="noStrike" cap="non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rPr>
                  <a:t>Система продуктовой аналитики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7" name="Google Shape;2027;p123"/>
              <p:cNvSpPr/>
              <p:nvPr/>
            </p:nvSpPr>
            <p:spPr>
              <a:xfrm>
                <a:off x="2138823" y="1876122"/>
                <a:ext cx="2916000" cy="493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27000" tIns="27000" rIns="27000" bIns="27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5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Consta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2028" name="Google Shape;2028;p123"/>
          <p:cNvCxnSpPr>
            <a:stCxn id="1970" idx="2"/>
            <a:endCxn id="2027" idx="0"/>
          </p:cNvCxnSpPr>
          <p:nvPr/>
        </p:nvCxnSpPr>
        <p:spPr>
          <a:xfrm rot="5400000">
            <a:off x="3356305" y="3028846"/>
            <a:ext cx="435600" cy="313500"/>
          </a:xfrm>
          <a:prstGeom prst="bentConnector3">
            <a:avLst>
              <a:gd name="adj1" fmla="val 84998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grpSp>
        <p:nvGrpSpPr>
          <p:cNvPr id="2029" name="Google Shape;2029;p123"/>
          <p:cNvGrpSpPr/>
          <p:nvPr/>
        </p:nvGrpSpPr>
        <p:grpSpPr>
          <a:xfrm>
            <a:off x="8032662" y="3386830"/>
            <a:ext cx="593939" cy="415469"/>
            <a:chOff x="1958823" y="1705953"/>
            <a:chExt cx="3276000" cy="2291613"/>
          </a:xfrm>
        </p:grpSpPr>
        <p:sp>
          <p:nvSpPr>
            <p:cNvPr id="2030" name="Google Shape;2030;p123"/>
            <p:cNvSpPr/>
            <p:nvPr/>
          </p:nvSpPr>
          <p:spPr>
            <a:xfrm>
              <a:off x="195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123"/>
            <p:cNvSpPr/>
            <p:nvPr/>
          </p:nvSpPr>
          <p:spPr>
            <a:xfrm>
              <a:off x="487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123"/>
            <p:cNvSpPr/>
            <p:nvPr/>
          </p:nvSpPr>
          <p:spPr>
            <a:xfrm>
              <a:off x="487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123"/>
            <p:cNvSpPr/>
            <p:nvPr/>
          </p:nvSpPr>
          <p:spPr>
            <a:xfrm>
              <a:off x="4874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123"/>
            <p:cNvSpPr/>
            <p:nvPr/>
          </p:nvSpPr>
          <p:spPr>
            <a:xfrm>
              <a:off x="4874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123"/>
            <p:cNvSpPr/>
            <p:nvPr/>
          </p:nvSpPr>
          <p:spPr>
            <a:xfrm>
              <a:off x="2930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123"/>
            <p:cNvSpPr/>
            <p:nvPr/>
          </p:nvSpPr>
          <p:spPr>
            <a:xfrm>
              <a:off x="3416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123"/>
            <p:cNvSpPr/>
            <p:nvPr/>
          </p:nvSpPr>
          <p:spPr>
            <a:xfrm>
              <a:off x="3902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123"/>
            <p:cNvSpPr/>
            <p:nvPr/>
          </p:nvSpPr>
          <p:spPr>
            <a:xfrm>
              <a:off x="438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123"/>
            <p:cNvSpPr/>
            <p:nvPr/>
          </p:nvSpPr>
          <p:spPr>
            <a:xfrm>
              <a:off x="4874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123"/>
            <p:cNvSpPr/>
            <p:nvPr/>
          </p:nvSpPr>
          <p:spPr>
            <a:xfrm>
              <a:off x="244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123"/>
            <p:cNvSpPr/>
            <p:nvPr/>
          </p:nvSpPr>
          <p:spPr>
            <a:xfrm>
              <a:off x="195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123"/>
            <p:cNvSpPr/>
            <p:nvPr/>
          </p:nvSpPr>
          <p:spPr>
            <a:xfrm>
              <a:off x="2930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123"/>
            <p:cNvSpPr/>
            <p:nvPr/>
          </p:nvSpPr>
          <p:spPr>
            <a:xfrm>
              <a:off x="3416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123"/>
            <p:cNvSpPr/>
            <p:nvPr/>
          </p:nvSpPr>
          <p:spPr>
            <a:xfrm>
              <a:off x="3902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123"/>
            <p:cNvSpPr/>
            <p:nvPr/>
          </p:nvSpPr>
          <p:spPr>
            <a:xfrm>
              <a:off x="438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123"/>
            <p:cNvSpPr/>
            <p:nvPr/>
          </p:nvSpPr>
          <p:spPr>
            <a:xfrm>
              <a:off x="244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123"/>
            <p:cNvSpPr/>
            <p:nvPr/>
          </p:nvSpPr>
          <p:spPr>
            <a:xfrm>
              <a:off x="1958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123"/>
            <p:cNvSpPr/>
            <p:nvPr/>
          </p:nvSpPr>
          <p:spPr>
            <a:xfrm>
              <a:off x="1958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123"/>
            <p:cNvSpPr/>
            <p:nvPr/>
          </p:nvSpPr>
          <p:spPr>
            <a:xfrm>
              <a:off x="1958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50" name="Google Shape;2050;p123"/>
            <p:cNvGrpSpPr/>
            <p:nvPr/>
          </p:nvGrpSpPr>
          <p:grpSpPr>
            <a:xfrm>
              <a:off x="2138823" y="1876122"/>
              <a:ext cx="2916000" cy="1822154"/>
              <a:chOff x="2138823" y="1876122"/>
              <a:chExt cx="2916000" cy="1822154"/>
            </a:xfrm>
          </p:grpSpPr>
          <p:sp>
            <p:nvSpPr>
              <p:cNvPr id="2051" name="Google Shape;2051;p123"/>
              <p:cNvSpPr/>
              <p:nvPr/>
            </p:nvSpPr>
            <p:spPr>
              <a:xfrm>
                <a:off x="2138823" y="2200976"/>
                <a:ext cx="2916000" cy="149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27000" tIns="27000" rIns="27000" bIns="27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500" b="0" i="0" u="none" strike="noStrike" cap="non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rPr>
                  <a:t>КСУ НСИ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2" name="Google Shape;2052;p123"/>
              <p:cNvSpPr/>
              <p:nvPr/>
            </p:nvSpPr>
            <p:spPr>
              <a:xfrm>
                <a:off x="2138823" y="1876122"/>
                <a:ext cx="2916000" cy="493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27000" tIns="27000" rIns="27000" bIns="27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5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SAP PO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2053" name="Google Shape;2053;p123"/>
          <p:cNvCxnSpPr>
            <a:stCxn id="2052" idx="0"/>
          </p:cNvCxnSpPr>
          <p:nvPr/>
        </p:nvCxnSpPr>
        <p:spPr>
          <a:xfrm rot="5400000" flipH="1">
            <a:off x="7450932" y="2538982"/>
            <a:ext cx="1121400" cy="636000"/>
          </a:xfrm>
          <a:prstGeom prst="bentConnector3">
            <a:avLst>
              <a:gd name="adj1" fmla="val 817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sp>
        <p:nvSpPr>
          <p:cNvPr id="2054" name="Google Shape;2054;p123"/>
          <p:cNvSpPr/>
          <p:nvPr/>
        </p:nvSpPr>
        <p:spPr>
          <a:xfrm>
            <a:off x="7754995" y="3128627"/>
            <a:ext cx="388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5432/TCP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5" name="Google Shape;2055;p123"/>
          <p:cNvGrpSpPr/>
          <p:nvPr/>
        </p:nvGrpSpPr>
        <p:grpSpPr>
          <a:xfrm>
            <a:off x="3834931" y="3382717"/>
            <a:ext cx="593939" cy="415469"/>
            <a:chOff x="1958823" y="1705953"/>
            <a:chExt cx="3276000" cy="2291613"/>
          </a:xfrm>
        </p:grpSpPr>
        <p:sp>
          <p:nvSpPr>
            <p:cNvPr id="2056" name="Google Shape;2056;p123"/>
            <p:cNvSpPr/>
            <p:nvPr/>
          </p:nvSpPr>
          <p:spPr>
            <a:xfrm>
              <a:off x="195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123"/>
            <p:cNvSpPr/>
            <p:nvPr/>
          </p:nvSpPr>
          <p:spPr>
            <a:xfrm>
              <a:off x="487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123"/>
            <p:cNvSpPr/>
            <p:nvPr/>
          </p:nvSpPr>
          <p:spPr>
            <a:xfrm>
              <a:off x="487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123"/>
            <p:cNvSpPr/>
            <p:nvPr/>
          </p:nvSpPr>
          <p:spPr>
            <a:xfrm>
              <a:off x="4874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123"/>
            <p:cNvSpPr/>
            <p:nvPr/>
          </p:nvSpPr>
          <p:spPr>
            <a:xfrm>
              <a:off x="4874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123"/>
            <p:cNvSpPr/>
            <p:nvPr/>
          </p:nvSpPr>
          <p:spPr>
            <a:xfrm>
              <a:off x="2930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123"/>
            <p:cNvSpPr/>
            <p:nvPr/>
          </p:nvSpPr>
          <p:spPr>
            <a:xfrm>
              <a:off x="3416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123"/>
            <p:cNvSpPr/>
            <p:nvPr/>
          </p:nvSpPr>
          <p:spPr>
            <a:xfrm>
              <a:off x="3902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123"/>
            <p:cNvSpPr/>
            <p:nvPr/>
          </p:nvSpPr>
          <p:spPr>
            <a:xfrm>
              <a:off x="438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123"/>
            <p:cNvSpPr/>
            <p:nvPr/>
          </p:nvSpPr>
          <p:spPr>
            <a:xfrm>
              <a:off x="4874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123"/>
            <p:cNvSpPr/>
            <p:nvPr/>
          </p:nvSpPr>
          <p:spPr>
            <a:xfrm>
              <a:off x="244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123"/>
            <p:cNvSpPr/>
            <p:nvPr/>
          </p:nvSpPr>
          <p:spPr>
            <a:xfrm>
              <a:off x="195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123"/>
            <p:cNvSpPr/>
            <p:nvPr/>
          </p:nvSpPr>
          <p:spPr>
            <a:xfrm>
              <a:off x="2930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123"/>
            <p:cNvSpPr/>
            <p:nvPr/>
          </p:nvSpPr>
          <p:spPr>
            <a:xfrm>
              <a:off x="3416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123"/>
            <p:cNvSpPr/>
            <p:nvPr/>
          </p:nvSpPr>
          <p:spPr>
            <a:xfrm>
              <a:off x="3902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123"/>
            <p:cNvSpPr/>
            <p:nvPr/>
          </p:nvSpPr>
          <p:spPr>
            <a:xfrm>
              <a:off x="438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123"/>
            <p:cNvSpPr/>
            <p:nvPr/>
          </p:nvSpPr>
          <p:spPr>
            <a:xfrm>
              <a:off x="244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123"/>
            <p:cNvSpPr/>
            <p:nvPr/>
          </p:nvSpPr>
          <p:spPr>
            <a:xfrm>
              <a:off x="1958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123"/>
            <p:cNvSpPr/>
            <p:nvPr/>
          </p:nvSpPr>
          <p:spPr>
            <a:xfrm>
              <a:off x="1958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123"/>
            <p:cNvSpPr/>
            <p:nvPr/>
          </p:nvSpPr>
          <p:spPr>
            <a:xfrm>
              <a:off x="1958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76" name="Google Shape;2076;p123"/>
            <p:cNvGrpSpPr/>
            <p:nvPr/>
          </p:nvGrpSpPr>
          <p:grpSpPr>
            <a:xfrm>
              <a:off x="2138823" y="1876122"/>
              <a:ext cx="2916000" cy="1822154"/>
              <a:chOff x="2138823" y="1876122"/>
              <a:chExt cx="2916000" cy="1822154"/>
            </a:xfrm>
          </p:grpSpPr>
          <p:sp>
            <p:nvSpPr>
              <p:cNvPr id="2077" name="Google Shape;2077;p123"/>
              <p:cNvSpPr/>
              <p:nvPr/>
            </p:nvSpPr>
            <p:spPr>
              <a:xfrm>
                <a:off x="2138823" y="2200976"/>
                <a:ext cx="2916000" cy="149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27000" tIns="27000" rIns="27000" bIns="27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500" b="0" i="0" u="none" strike="noStrike" cap="non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rPr>
                  <a:t>Технологические отклики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8" name="Google Shape;2078;p123"/>
              <p:cNvSpPr/>
              <p:nvPr/>
            </p:nvSpPr>
            <p:spPr>
              <a:xfrm>
                <a:off x="2138823" y="1876122"/>
                <a:ext cx="2916000" cy="493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27000" tIns="27000" rIns="27000" bIns="27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5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OpenJDK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2079" name="Google Shape;2079;p123"/>
          <p:cNvCxnSpPr>
            <a:stCxn id="2078" idx="0"/>
          </p:cNvCxnSpPr>
          <p:nvPr/>
        </p:nvCxnSpPr>
        <p:spPr>
          <a:xfrm rot="5400000" flipH="1">
            <a:off x="3757350" y="3039018"/>
            <a:ext cx="423300" cy="3258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grpSp>
        <p:nvGrpSpPr>
          <p:cNvPr id="2080" name="Google Shape;2080;p123"/>
          <p:cNvGrpSpPr/>
          <p:nvPr/>
        </p:nvGrpSpPr>
        <p:grpSpPr>
          <a:xfrm>
            <a:off x="4618397" y="3396254"/>
            <a:ext cx="593939" cy="415469"/>
            <a:chOff x="1958823" y="1705953"/>
            <a:chExt cx="3276000" cy="2291613"/>
          </a:xfrm>
        </p:grpSpPr>
        <p:sp>
          <p:nvSpPr>
            <p:cNvPr id="2081" name="Google Shape;2081;p123"/>
            <p:cNvSpPr/>
            <p:nvPr/>
          </p:nvSpPr>
          <p:spPr>
            <a:xfrm>
              <a:off x="195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123"/>
            <p:cNvSpPr/>
            <p:nvPr/>
          </p:nvSpPr>
          <p:spPr>
            <a:xfrm>
              <a:off x="487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123"/>
            <p:cNvSpPr/>
            <p:nvPr/>
          </p:nvSpPr>
          <p:spPr>
            <a:xfrm>
              <a:off x="487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123"/>
            <p:cNvSpPr/>
            <p:nvPr/>
          </p:nvSpPr>
          <p:spPr>
            <a:xfrm>
              <a:off x="4874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123"/>
            <p:cNvSpPr/>
            <p:nvPr/>
          </p:nvSpPr>
          <p:spPr>
            <a:xfrm>
              <a:off x="4874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123"/>
            <p:cNvSpPr/>
            <p:nvPr/>
          </p:nvSpPr>
          <p:spPr>
            <a:xfrm>
              <a:off x="2930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123"/>
            <p:cNvSpPr/>
            <p:nvPr/>
          </p:nvSpPr>
          <p:spPr>
            <a:xfrm>
              <a:off x="3416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123"/>
            <p:cNvSpPr/>
            <p:nvPr/>
          </p:nvSpPr>
          <p:spPr>
            <a:xfrm>
              <a:off x="3902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123"/>
            <p:cNvSpPr/>
            <p:nvPr/>
          </p:nvSpPr>
          <p:spPr>
            <a:xfrm>
              <a:off x="438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123"/>
            <p:cNvSpPr/>
            <p:nvPr/>
          </p:nvSpPr>
          <p:spPr>
            <a:xfrm>
              <a:off x="4874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123"/>
            <p:cNvSpPr/>
            <p:nvPr/>
          </p:nvSpPr>
          <p:spPr>
            <a:xfrm>
              <a:off x="244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123"/>
            <p:cNvSpPr/>
            <p:nvPr/>
          </p:nvSpPr>
          <p:spPr>
            <a:xfrm>
              <a:off x="195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123"/>
            <p:cNvSpPr/>
            <p:nvPr/>
          </p:nvSpPr>
          <p:spPr>
            <a:xfrm>
              <a:off x="2930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p123"/>
            <p:cNvSpPr/>
            <p:nvPr/>
          </p:nvSpPr>
          <p:spPr>
            <a:xfrm>
              <a:off x="3416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123"/>
            <p:cNvSpPr/>
            <p:nvPr/>
          </p:nvSpPr>
          <p:spPr>
            <a:xfrm>
              <a:off x="3902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p123"/>
            <p:cNvSpPr/>
            <p:nvPr/>
          </p:nvSpPr>
          <p:spPr>
            <a:xfrm>
              <a:off x="438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p123"/>
            <p:cNvSpPr/>
            <p:nvPr/>
          </p:nvSpPr>
          <p:spPr>
            <a:xfrm>
              <a:off x="244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p123"/>
            <p:cNvSpPr/>
            <p:nvPr/>
          </p:nvSpPr>
          <p:spPr>
            <a:xfrm>
              <a:off x="1958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p123"/>
            <p:cNvSpPr/>
            <p:nvPr/>
          </p:nvSpPr>
          <p:spPr>
            <a:xfrm>
              <a:off x="1958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p123"/>
            <p:cNvSpPr/>
            <p:nvPr/>
          </p:nvSpPr>
          <p:spPr>
            <a:xfrm>
              <a:off x="1958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01" name="Google Shape;2101;p123"/>
            <p:cNvGrpSpPr/>
            <p:nvPr/>
          </p:nvGrpSpPr>
          <p:grpSpPr>
            <a:xfrm>
              <a:off x="2138823" y="1876122"/>
              <a:ext cx="2916000" cy="1822154"/>
              <a:chOff x="2138823" y="1876122"/>
              <a:chExt cx="2916000" cy="1822154"/>
            </a:xfrm>
          </p:grpSpPr>
          <p:sp>
            <p:nvSpPr>
              <p:cNvPr id="2102" name="Google Shape;2102;p123"/>
              <p:cNvSpPr/>
              <p:nvPr/>
            </p:nvSpPr>
            <p:spPr>
              <a:xfrm>
                <a:off x="2138823" y="2200976"/>
                <a:ext cx="2916000" cy="149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27000" tIns="27000" rIns="27000" bIns="27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500" b="0" i="0" u="none" strike="noStrike" cap="non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rPr>
                  <a:t>СЭД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3" name="Google Shape;2103;p123"/>
              <p:cNvSpPr/>
              <p:nvPr/>
            </p:nvSpPr>
            <p:spPr>
              <a:xfrm>
                <a:off x="2138823" y="1876122"/>
                <a:ext cx="2916000" cy="493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27000" tIns="27000" rIns="27000" bIns="27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5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TESSA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04" name="Google Shape;2104;p123"/>
          <p:cNvSpPr/>
          <p:nvPr/>
        </p:nvSpPr>
        <p:spPr>
          <a:xfrm>
            <a:off x="3864548" y="3217735"/>
            <a:ext cx="358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443/TCP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5" name="Google Shape;2105;p123"/>
          <p:cNvCxnSpPr>
            <a:stCxn id="1973" idx="2"/>
            <a:endCxn id="2103" idx="0"/>
          </p:cNvCxnSpPr>
          <p:nvPr/>
        </p:nvCxnSpPr>
        <p:spPr>
          <a:xfrm rot="-5400000" flipH="1">
            <a:off x="4225616" y="2737396"/>
            <a:ext cx="459300" cy="920100"/>
          </a:xfrm>
          <a:prstGeom prst="bentConnector3">
            <a:avLst>
              <a:gd name="adj1" fmla="val 5001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sp>
        <p:nvSpPr>
          <p:cNvPr id="2106" name="Google Shape;2106;p123"/>
          <p:cNvSpPr/>
          <p:nvPr/>
        </p:nvSpPr>
        <p:spPr>
          <a:xfrm>
            <a:off x="4444867" y="3149659"/>
            <a:ext cx="432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443/TCP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7" name="Google Shape;2107;p123"/>
          <p:cNvGrpSpPr/>
          <p:nvPr/>
        </p:nvGrpSpPr>
        <p:grpSpPr>
          <a:xfrm>
            <a:off x="7307804" y="3379791"/>
            <a:ext cx="593939" cy="415469"/>
            <a:chOff x="1958823" y="1705953"/>
            <a:chExt cx="3276000" cy="2291613"/>
          </a:xfrm>
        </p:grpSpPr>
        <p:sp>
          <p:nvSpPr>
            <p:cNvPr id="2108" name="Google Shape;2108;p123"/>
            <p:cNvSpPr/>
            <p:nvPr/>
          </p:nvSpPr>
          <p:spPr>
            <a:xfrm>
              <a:off x="195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123"/>
            <p:cNvSpPr/>
            <p:nvPr/>
          </p:nvSpPr>
          <p:spPr>
            <a:xfrm>
              <a:off x="487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123"/>
            <p:cNvSpPr/>
            <p:nvPr/>
          </p:nvSpPr>
          <p:spPr>
            <a:xfrm>
              <a:off x="487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123"/>
            <p:cNvSpPr/>
            <p:nvPr/>
          </p:nvSpPr>
          <p:spPr>
            <a:xfrm>
              <a:off x="4874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123"/>
            <p:cNvSpPr/>
            <p:nvPr/>
          </p:nvSpPr>
          <p:spPr>
            <a:xfrm>
              <a:off x="4874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123"/>
            <p:cNvSpPr/>
            <p:nvPr/>
          </p:nvSpPr>
          <p:spPr>
            <a:xfrm>
              <a:off x="2930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p123"/>
            <p:cNvSpPr/>
            <p:nvPr/>
          </p:nvSpPr>
          <p:spPr>
            <a:xfrm>
              <a:off x="3416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p123"/>
            <p:cNvSpPr/>
            <p:nvPr/>
          </p:nvSpPr>
          <p:spPr>
            <a:xfrm>
              <a:off x="3902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123"/>
            <p:cNvSpPr/>
            <p:nvPr/>
          </p:nvSpPr>
          <p:spPr>
            <a:xfrm>
              <a:off x="438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p123"/>
            <p:cNvSpPr/>
            <p:nvPr/>
          </p:nvSpPr>
          <p:spPr>
            <a:xfrm>
              <a:off x="4874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123"/>
            <p:cNvSpPr/>
            <p:nvPr/>
          </p:nvSpPr>
          <p:spPr>
            <a:xfrm>
              <a:off x="244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p123"/>
            <p:cNvSpPr/>
            <p:nvPr/>
          </p:nvSpPr>
          <p:spPr>
            <a:xfrm>
              <a:off x="195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p123"/>
            <p:cNvSpPr/>
            <p:nvPr/>
          </p:nvSpPr>
          <p:spPr>
            <a:xfrm>
              <a:off x="2930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123"/>
            <p:cNvSpPr/>
            <p:nvPr/>
          </p:nvSpPr>
          <p:spPr>
            <a:xfrm>
              <a:off x="3416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123"/>
            <p:cNvSpPr/>
            <p:nvPr/>
          </p:nvSpPr>
          <p:spPr>
            <a:xfrm>
              <a:off x="3902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123"/>
            <p:cNvSpPr/>
            <p:nvPr/>
          </p:nvSpPr>
          <p:spPr>
            <a:xfrm>
              <a:off x="438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123"/>
            <p:cNvSpPr/>
            <p:nvPr/>
          </p:nvSpPr>
          <p:spPr>
            <a:xfrm>
              <a:off x="244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123"/>
            <p:cNvSpPr/>
            <p:nvPr/>
          </p:nvSpPr>
          <p:spPr>
            <a:xfrm>
              <a:off x="1958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123"/>
            <p:cNvSpPr/>
            <p:nvPr/>
          </p:nvSpPr>
          <p:spPr>
            <a:xfrm>
              <a:off x="1958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123"/>
            <p:cNvSpPr/>
            <p:nvPr/>
          </p:nvSpPr>
          <p:spPr>
            <a:xfrm>
              <a:off x="1958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28" name="Google Shape;2128;p123"/>
            <p:cNvGrpSpPr/>
            <p:nvPr/>
          </p:nvGrpSpPr>
          <p:grpSpPr>
            <a:xfrm>
              <a:off x="2138823" y="1876122"/>
              <a:ext cx="2916000" cy="1822154"/>
              <a:chOff x="2138823" y="1876122"/>
              <a:chExt cx="2916000" cy="1822154"/>
            </a:xfrm>
          </p:grpSpPr>
          <p:sp>
            <p:nvSpPr>
              <p:cNvPr id="2129" name="Google Shape;2129;p123"/>
              <p:cNvSpPr/>
              <p:nvPr/>
            </p:nvSpPr>
            <p:spPr>
              <a:xfrm>
                <a:off x="2138823" y="2200976"/>
                <a:ext cx="2916000" cy="149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27000" tIns="27000" rIns="27000" bIns="27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500" b="0" i="0" u="none" strike="noStrike" cap="non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rPr>
                  <a:t>КЛАД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0" name="Google Shape;2130;p123"/>
              <p:cNvSpPr/>
              <p:nvPr/>
            </p:nvSpPr>
            <p:spPr>
              <a:xfrm>
                <a:off x="2138823" y="1876122"/>
                <a:ext cx="2916000" cy="493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27000" tIns="27000" rIns="27000" bIns="27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5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Informatica PWC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31" name="Google Shape;2131;p123"/>
          <p:cNvSpPr/>
          <p:nvPr/>
        </p:nvSpPr>
        <p:spPr>
          <a:xfrm>
            <a:off x="3393338" y="3226834"/>
            <a:ext cx="358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443/TCP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2" name="Google Shape;2132;p123"/>
          <p:cNvSpPr/>
          <p:nvPr/>
        </p:nvSpPr>
        <p:spPr>
          <a:xfrm>
            <a:off x="7190179" y="3299337"/>
            <a:ext cx="5139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5432/ODBC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3" name="Google Shape;2133;p123"/>
          <p:cNvCxnSpPr/>
          <p:nvPr/>
        </p:nvCxnSpPr>
        <p:spPr>
          <a:xfrm>
            <a:off x="1488560" y="1199360"/>
            <a:ext cx="1089300" cy="0"/>
          </a:xfrm>
          <a:prstGeom prst="straightConnector1">
            <a:avLst/>
          </a:prstGeom>
          <a:noFill/>
          <a:ln w="12700" cap="flat" cmpd="sng">
            <a:solidFill>
              <a:srgbClr val="C00000"/>
            </a:solidFill>
            <a:prstDash val="lgDash"/>
            <a:round/>
            <a:headEnd type="none" w="sm" len="sm"/>
            <a:tailEnd type="none" w="sm" len="sm"/>
          </a:ln>
        </p:spPr>
      </p:cxnSp>
      <p:cxnSp>
        <p:nvCxnSpPr>
          <p:cNvPr id="2134" name="Google Shape;2134;p123"/>
          <p:cNvCxnSpPr/>
          <p:nvPr/>
        </p:nvCxnSpPr>
        <p:spPr>
          <a:xfrm rot="10800000">
            <a:off x="7668000" y="2298050"/>
            <a:ext cx="1800" cy="1116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grpSp>
        <p:nvGrpSpPr>
          <p:cNvPr id="2135" name="Google Shape;2135;p123"/>
          <p:cNvGrpSpPr/>
          <p:nvPr/>
        </p:nvGrpSpPr>
        <p:grpSpPr>
          <a:xfrm>
            <a:off x="2717689" y="2552966"/>
            <a:ext cx="593975" cy="415487"/>
            <a:chOff x="-1701619" y="4540110"/>
            <a:chExt cx="791967" cy="553983"/>
          </a:xfrm>
        </p:grpSpPr>
        <p:sp>
          <p:nvSpPr>
            <p:cNvPr id="2136" name="Google Shape;2136;p123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123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123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123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123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123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123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123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123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123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123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123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123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p123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p123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p123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123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123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123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123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123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БС Уберизация Закупок 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Backend services</a:t>
              </a:r>
              <a:endParaRPr sz="5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123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.NET</a:t>
              </a:r>
              <a:endPara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158" name="Google Shape;2158;p123"/>
          <p:cNvCxnSpPr>
            <a:stCxn id="1978" idx="1"/>
            <a:endCxn id="2156" idx="3"/>
          </p:cNvCxnSpPr>
          <p:nvPr/>
        </p:nvCxnSpPr>
        <p:spPr>
          <a:xfrm flipH="1">
            <a:off x="3285245" y="2808013"/>
            <a:ext cx="264300" cy="600"/>
          </a:xfrm>
          <a:prstGeom prst="bentConnector3">
            <a:avLst>
              <a:gd name="adj1" fmla="val 4998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sp>
        <p:nvSpPr>
          <p:cNvPr id="2159" name="Google Shape;2159;p123"/>
          <p:cNvSpPr txBox="1"/>
          <p:nvPr/>
        </p:nvSpPr>
        <p:spPr>
          <a:xfrm>
            <a:off x="119392" y="940568"/>
            <a:ext cx="1305600" cy="30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рамках решения Название предполагается взаимодействие со следующими системами: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0" marR="0" lvl="0" indent="-127000" algn="l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ru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1С НСИ UPSTREAM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0" marR="0" lvl="0" indent="-127000" algn="l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ru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Технологические отклики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0" marR="0" lvl="0" indent="-127000" algn="l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ru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СЭД Tessa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0" marR="0" lvl="0" indent="-127000" algn="l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ru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 Exchange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0" marR="0" lvl="0" indent="-127000" algn="l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ru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SPA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0" marR="0" lvl="0" indent="-127000" algn="l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ru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ArcSight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0" marR="0" lvl="0" indent="-127000" algn="l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ru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Cloudian HyperStore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0" marR="0" lvl="0" indent="-127000" algn="l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ru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КЛАД Load &amp; transformation data (Informatica PwC)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0" marR="0" lvl="0" indent="-127000" algn="l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ru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КЛАД DW (Arenadata DB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0" marR="0" lvl="0" indent="-127000" algn="l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ru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Плюс7EDM - Каталогизация метаданных - ДП ГПН - Каталог данных.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0" name="Google Shape;2160;p123"/>
          <p:cNvSpPr/>
          <p:nvPr/>
        </p:nvSpPr>
        <p:spPr>
          <a:xfrm>
            <a:off x="3245955" y="2248632"/>
            <a:ext cx="342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SignalR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1" name="Google Shape;2161;p123"/>
          <p:cNvCxnSpPr>
            <a:endCxn id="1577" idx="1"/>
          </p:cNvCxnSpPr>
          <p:nvPr/>
        </p:nvCxnSpPr>
        <p:spPr>
          <a:xfrm>
            <a:off x="2116360" y="1501794"/>
            <a:ext cx="0" cy="129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62" name="Google Shape;2162;p123"/>
          <p:cNvSpPr/>
          <p:nvPr/>
        </p:nvSpPr>
        <p:spPr>
          <a:xfrm>
            <a:off x="2333234" y="1989360"/>
            <a:ext cx="358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443/TCP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3" name="Google Shape;2163;p123"/>
          <p:cNvCxnSpPr/>
          <p:nvPr/>
        </p:nvCxnSpPr>
        <p:spPr>
          <a:xfrm>
            <a:off x="3282733" y="1603339"/>
            <a:ext cx="538500" cy="301500"/>
          </a:xfrm>
          <a:prstGeom prst="bentConnector3">
            <a:avLst>
              <a:gd name="adj1" fmla="val 99956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2164" name="Google Shape;2164;p123"/>
          <p:cNvCxnSpPr>
            <a:stCxn id="1593" idx="3"/>
            <a:endCxn id="1931" idx="0"/>
          </p:cNvCxnSpPr>
          <p:nvPr/>
        </p:nvCxnSpPr>
        <p:spPr>
          <a:xfrm rot="10800000" flipH="1">
            <a:off x="3284176" y="1499932"/>
            <a:ext cx="2052900" cy="900"/>
          </a:xfrm>
          <a:prstGeom prst="bentConnector4">
            <a:avLst>
              <a:gd name="adj1" fmla="val 43423"/>
              <a:gd name="adj2" fmla="val 11112437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2165" name="Google Shape;2165;p123"/>
          <p:cNvCxnSpPr>
            <a:endCxn id="1911" idx="0"/>
          </p:cNvCxnSpPr>
          <p:nvPr/>
        </p:nvCxnSpPr>
        <p:spPr>
          <a:xfrm>
            <a:off x="3282746" y="1353200"/>
            <a:ext cx="2808900" cy="158100"/>
          </a:xfrm>
          <a:prstGeom prst="bentConnector2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2166" name="Google Shape;2166;p123"/>
          <p:cNvSpPr/>
          <p:nvPr/>
        </p:nvSpPr>
        <p:spPr>
          <a:xfrm>
            <a:off x="3356036" y="1236030"/>
            <a:ext cx="358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443/TCP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7" name="Google Shape;2167;p123"/>
          <p:cNvGrpSpPr/>
          <p:nvPr/>
        </p:nvGrpSpPr>
        <p:grpSpPr>
          <a:xfrm>
            <a:off x="1820951" y="788038"/>
            <a:ext cx="456674" cy="319451"/>
            <a:chOff x="1958823" y="1705953"/>
            <a:chExt cx="3276000" cy="2291613"/>
          </a:xfrm>
        </p:grpSpPr>
        <p:sp>
          <p:nvSpPr>
            <p:cNvPr id="2168" name="Google Shape;2168;p123"/>
            <p:cNvSpPr/>
            <p:nvPr/>
          </p:nvSpPr>
          <p:spPr>
            <a:xfrm>
              <a:off x="195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123"/>
            <p:cNvSpPr/>
            <p:nvPr/>
          </p:nvSpPr>
          <p:spPr>
            <a:xfrm>
              <a:off x="487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123"/>
            <p:cNvSpPr/>
            <p:nvPr/>
          </p:nvSpPr>
          <p:spPr>
            <a:xfrm>
              <a:off x="487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123"/>
            <p:cNvSpPr/>
            <p:nvPr/>
          </p:nvSpPr>
          <p:spPr>
            <a:xfrm>
              <a:off x="4874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123"/>
            <p:cNvSpPr/>
            <p:nvPr/>
          </p:nvSpPr>
          <p:spPr>
            <a:xfrm>
              <a:off x="4874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123"/>
            <p:cNvSpPr/>
            <p:nvPr/>
          </p:nvSpPr>
          <p:spPr>
            <a:xfrm>
              <a:off x="2930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123"/>
            <p:cNvSpPr/>
            <p:nvPr/>
          </p:nvSpPr>
          <p:spPr>
            <a:xfrm>
              <a:off x="3416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123"/>
            <p:cNvSpPr/>
            <p:nvPr/>
          </p:nvSpPr>
          <p:spPr>
            <a:xfrm>
              <a:off x="3902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123"/>
            <p:cNvSpPr/>
            <p:nvPr/>
          </p:nvSpPr>
          <p:spPr>
            <a:xfrm>
              <a:off x="438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123"/>
            <p:cNvSpPr/>
            <p:nvPr/>
          </p:nvSpPr>
          <p:spPr>
            <a:xfrm>
              <a:off x="4874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123"/>
            <p:cNvSpPr/>
            <p:nvPr/>
          </p:nvSpPr>
          <p:spPr>
            <a:xfrm>
              <a:off x="244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123"/>
            <p:cNvSpPr/>
            <p:nvPr/>
          </p:nvSpPr>
          <p:spPr>
            <a:xfrm>
              <a:off x="195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123"/>
            <p:cNvSpPr/>
            <p:nvPr/>
          </p:nvSpPr>
          <p:spPr>
            <a:xfrm>
              <a:off x="2930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123"/>
            <p:cNvSpPr/>
            <p:nvPr/>
          </p:nvSpPr>
          <p:spPr>
            <a:xfrm>
              <a:off x="3416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123"/>
            <p:cNvSpPr/>
            <p:nvPr/>
          </p:nvSpPr>
          <p:spPr>
            <a:xfrm>
              <a:off x="3902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123"/>
            <p:cNvSpPr/>
            <p:nvPr/>
          </p:nvSpPr>
          <p:spPr>
            <a:xfrm>
              <a:off x="438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123"/>
            <p:cNvSpPr/>
            <p:nvPr/>
          </p:nvSpPr>
          <p:spPr>
            <a:xfrm>
              <a:off x="244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123"/>
            <p:cNvSpPr/>
            <p:nvPr/>
          </p:nvSpPr>
          <p:spPr>
            <a:xfrm>
              <a:off x="1958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123"/>
            <p:cNvSpPr/>
            <p:nvPr/>
          </p:nvSpPr>
          <p:spPr>
            <a:xfrm>
              <a:off x="1958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123"/>
            <p:cNvSpPr/>
            <p:nvPr/>
          </p:nvSpPr>
          <p:spPr>
            <a:xfrm>
              <a:off x="1958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88" name="Google Shape;2188;p123"/>
            <p:cNvGrpSpPr/>
            <p:nvPr/>
          </p:nvGrpSpPr>
          <p:grpSpPr>
            <a:xfrm>
              <a:off x="2138819" y="1876122"/>
              <a:ext cx="2916004" cy="1822154"/>
              <a:chOff x="2138819" y="1876122"/>
              <a:chExt cx="2916004" cy="1822154"/>
            </a:xfrm>
          </p:grpSpPr>
          <p:sp>
            <p:nvSpPr>
              <p:cNvPr id="2189" name="Google Shape;2189;p123"/>
              <p:cNvSpPr/>
              <p:nvPr/>
            </p:nvSpPr>
            <p:spPr>
              <a:xfrm>
                <a:off x="2138819" y="2200976"/>
                <a:ext cx="2916000" cy="149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27000" tIns="27000" rIns="27000" bIns="27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500" b="0" i="0" u="none" strike="noStrike" cap="non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rPr>
                  <a:t>SPA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0" name="Google Shape;2190;p123"/>
              <p:cNvSpPr/>
              <p:nvPr/>
            </p:nvSpPr>
            <p:spPr>
              <a:xfrm>
                <a:off x="2138823" y="1876122"/>
                <a:ext cx="2916000" cy="493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27000" tIns="27000" rIns="27000" bIns="27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5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Python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2191" name="Google Shape;2191;p123"/>
          <p:cNvCxnSpPr>
            <a:endCxn id="2189" idx="2"/>
          </p:cNvCxnSpPr>
          <p:nvPr/>
        </p:nvCxnSpPr>
        <p:spPr>
          <a:xfrm rot="-5400000">
            <a:off x="1763988" y="1347768"/>
            <a:ext cx="567300" cy="33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2192" name="Google Shape;2192;p123"/>
          <p:cNvCxnSpPr>
            <a:endCxn id="1567" idx="1"/>
          </p:cNvCxnSpPr>
          <p:nvPr/>
        </p:nvCxnSpPr>
        <p:spPr>
          <a:xfrm>
            <a:off x="2329827" y="2133779"/>
            <a:ext cx="419100" cy="600"/>
          </a:xfrm>
          <a:prstGeom prst="bentConnector3">
            <a:avLst>
              <a:gd name="adj1" fmla="val 4999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2193" name="Google Shape;2193;p123"/>
          <p:cNvCxnSpPr>
            <a:stCxn id="1567" idx="3"/>
          </p:cNvCxnSpPr>
          <p:nvPr/>
        </p:nvCxnSpPr>
        <p:spPr>
          <a:xfrm>
            <a:off x="3288927" y="2134379"/>
            <a:ext cx="260700" cy="600"/>
          </a:xfrm>
          <a:prstGeom prst="bentConnector3">
            <a:avLst>
              <a:gd name="adj1" fmla="val 5001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2194" name="Google Shape;2194;p123"/>
          <p:cNvCxnSpPr/>
          <p:nvPr/>
        </p:nvCxnSpPr>
        <p:spPr>
          <a:xfrm>
            <a:off x="3293787" y="2206079"/>
            <a:ext cx="260700" cy="600"/>
          </a:xfrm>
          <a:prstGeom prst="bentConnector3">
            <a:avLst>
              <a:gd name="adj1" fmla="val 5001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grpSp>
        <p:nvGrpSpPr>
          <p:cNvPr id="2195" name="Google Shape;2195;p123"/>
          <p:cNvGrpSpPr/>
          <p:nvPr/>
        </p:nvGrpSpPr>
        <p:grpSpPr>
          <a:xfrm>
            <a:off x="5780601" y="2696871"/>
            <a:ext cx="593975" cy="415487"/>
            <a:chOff x="-1701619" y="4540110"/>
            <a:chExt cx="791967" cy="553983"/>
          </a:xfrm>
        </p:grpSpPr>
        <p:sp>
          <p:nvSpPr>
            <p:cNvPr id="2196" name="Google Shape;2196;p123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123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123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123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123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123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123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123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123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123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123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123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123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123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123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123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123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123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123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123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123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>
                  <a:solidFill>
                    <a:schemeClr val="lt2"/>
                  </a:solidFill>
                </a:rPr>
                <a:t>Search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Backend service</a:t>
              </a:r>
              <a:endParaRPr sz="5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123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>
                  <a:solidFill>
                    <a:schemeClr val="lt1"/>
                  </a:solidFill>
                </a:rPr>
                <a:t>Python</a:t>
              </a:r>
              <a:endPara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18" name="Google Shape;2218;p123"/>
          <p:cNvCxnSpPr>
            <a:stCxn id="2219" idx="3"/>
          </p:cNvCxnSpPr>
          <p:nvPr/>
        </p:nvCxnSpPr>
        <p:spPr>
          <a:xfrm rot="10800000" flipH="1">
            <a:off x="7116207" y="2291675"/>
            <a:ext cx="450300" cy="660900"/>
          </a:xfrm>
          <a:prstGeom prst="bentConnector2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2220" name="Google Shape;2220;p123"/>
          <p:cNvCxnSpPr/>
          <p:nvPr/>
        </p:nvCxnSpPr>
        <p:spPr>
          <a:xfrm rot="10800000" flipH="1">
            <a:off x="6343424" y="2306946"/>
            <a:ext cx="1273500" cy="706200"/>
          </a:xfrm>
          <a:prstGeom prst="bentConnector3">
            <a:avLst>
              <a:gd name="adj1" fmla="val 1000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grpSp>
        <p:nvGrpSpPr>
          <p:cNvPr id="2221" name="Google Shape;2221;p123"/>
          <p:cNvGrpSpPr/>
          <p:nvPr/>
        </p:nvGrpSpPr>
        <p:grpSpPr>
          <a:xfrm>
            <a:off x="6548651" y="2696871"/>
            <a:ext cx="593975" cy="415487"/>
            <a:chOff x="-1701619" y="4540110"/>
            <a:chExt cx="791967" cy="553983"/>
          </a:xfrm>
        </p:grpSpPr>
        <p:sp>
          <p:nvSpPr>
            <p:cNvPr id="2222" name="Google Shape;2222;p123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123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123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123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123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123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123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123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123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p123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123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123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p123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p123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p123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123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p123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p123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p123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1" name="Google Shape;2241;p123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123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>
                  <a:solidFill>
                    <a:schemeClr val="lt2"/>
                  </a:solidFill>
                </a:rPr>
                <a:t>CreateTZ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Backend service</a:t>
              </a:r>
              <a:endParaRPr sz="5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p123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>
                  <a:solidFill>
                    <a:schemeClr val="lt1"/>
                  </a:solidFill>
                </a:rPr>
                <a:t>Python</a:t>
              </a:r>
              <a:endPara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43" name="Google Shape;2243;p123"/>
          <p:cNvCxnSpPr/>
          <p:nvPr/>
        </p:nvCxnSpPr>
        <p:spPr>
          <a:xfrm rot="10800000" flipH="1">
            <a:off x="7120850" y="2283700"/>
            <a:ext cx="998700" cy="781500"/>
          </a:xfrm>
          <a:prstGeom prst="bentConnector3">
            <a:avLst>
              <a:gd name="adj1" fmla="val 9999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grpSp>
        <p:nvGrpSpPr>
          <p:cNvPr id="2244" name="Google Shape;2244;p123"/>
          <p:cNvGrpSpPr/>
          <p:nvPr/>
        </p:nvGrpSpPr>
        <p:grpSpPr>
          <a:xfrm>
            <a:off x="4530551" y="2722683"/>
            <a:ext cx="593975" cy="415487"/>
            <a:chOff x="-1701619" y="4540110"/>
            <a:chExt cx="791967" cy="553983"/>
          </a:xfrm>
        </p:grpSpPr>
        <p:sp>
          <p:nvSpPr>
            <p:cNvPr id="2245" name="Google Shape;2245;p123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6" name="Google Shape;2246;p123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7" name="Google Shape;2247;p123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8" name="Google Shape;2248;p123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p123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p123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p123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p123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123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123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p123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p123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123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p123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p123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p123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p123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p123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p123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4" name="Google Shape;2264;p123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p123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>
                  <a:solidFill>
                    <a:schemeClr val="lt2"/>
                  </a:solidFill>
                </a:rPr>
                <a:t>Embedding model</a:t>
              </a:r>
              <a:endPara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ru" sz="5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Backend service</a:t>
              </a:r>
              <a:endParaRPr sz="5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p123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27000" tIns="27000" rIns="27000" bIns="27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500">
                  <a:solidFill>
                    <a:schemeClr val="lt1"/>
                  </a:solidFill>
                </a:rPr>
                <a:t>Python</a:t>
              </a:r>
              <a:endPara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67" name="Google Shape;2267;p123"/>
          <p:cNvCxnSpPr>
            <a:stCxn id="2219" idx="2"/>
            <a:endCxn id="2265" idx="3"/>
          </p:cNvCxnSpPr>
          <p:nvPr/>
        </p:nvCxnSpPr>
        <p:spPr>
          <a:xfrm rot="5400000" flipH="1">
            <a:off x="5917407" y="2159225"/>
            <a:ext cx="109500" cy="1748100"/>
          </a:xfrm>
          <a:prstGeom prst="bentConnector4">
            <a:avLst>
              <a:gd name="adj1" fmla="val -47032"/>
              <a:gd name="adj2" fmla="val 90492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2268" name="Google Shape;2268;p123"/>
          <p:cNvCxnSpPr/>
          <p:nvPr/>
        </p:nvCxnSpPr>
        <p:spPr>
          <a:xfrm rot="10800000">
            <a:off x="5101325" y="2905450"/>
            <a:ext cx="703500" cy="1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stealth" w="sm" len="sm"/>
          </a:ln>
        </p:spPr>
      </p:cxnSp>
      <p:sp>
        <p:nvSpPr>
          <p:cNvPr id="2269" name="Google Shape;2269;p123"/>
          <p:cNvSpPr/>
          <p:nvPr/>
        </p:nvSpPr>
        <p:spPr>
          <a:xfrm>
            <a:off x="5145324" y="2871725"/>
            <a:ext cx="4053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8080/tcp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0" name="Google Shape;2270;p123"/>
          <p:cNvSpPr/>
          <p:nvPr/>
        </p:nvSpPr>
        <p:spPr>
          <a:xfrm>
            <a:off x="7196575" y="1205675"/>
            <a:ext cx="1356900" cy="19440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1" name="Google Shape;2271;p123"/>
          <p:cNvSpPr/>
          <p:nvPr/>
        </p:nvSpPr>
        <p:spPr>
          <a:xfrm>
            <a:off x="2675450" y="1196925"/>
            <a:ext cx="4494900" cy="19440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2" name="Google Shape;2272;p123"/>
          <p:cNvSpPr/>
          <p:nvPr/>
        </p:nvSpPr>
        <p:spPr>
          <a:xfrm>
            <a:off x="4444875" y="2695200"/>
            <a:ext cx="2697900" cy="426600"/>
          </a:xfrm>
          <a:prstGeom prst="rect">
            <a:avLst/>
          </a:prstGeom>
          <a:noFill/>
          <a:ln w="12700" cap="flat" cmpd="sng">
            <a:solidFill>
              <a:srgbClr val="C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7" name="Google Shape;2277;p124"/>
          <p:cNvGraphicFramePr/>
          <p:nvPr/>
        </p:nvGraphicFramePr>
        <p:xfrm>
          <a:off x="181065" y="1151177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{100C4425-F882-4B63-9F90-D1C9E3ED143B}</a:tableStyleId>
              </a:tblPr>
              <a:tblGrid>
                <a:gridCol w="4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9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9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1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8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13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63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183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3753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7592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№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54000" marB="54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СЕРВЕР</a:t>
                      </a:r>
                      <a:endParaRPr sz="8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ru" sz="8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ОС, ОБЩЕСИСТИМЕНОЕ И ПРИКЛАДНОЕ ПО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RAM (ГБ)</a:t>
                      </a:r>
                      <a:br>
                        <a:rPr lang="ru" sz="8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ДИСКОВАЯ ПОДСИСТЕМА</a:t>
                      </a:r>
                      <a:endParaRPr sz="8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ПЛОЩАДКА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РАЗМЕЩЕНИЕ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50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(КСПД / ТСПД /  CDMZ / INTERNET)</a:t>
                      </a:r>
                      <a:endParaRPr sz="50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ru" sz="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ТИП И ПЛАТФОРМА</a:t>
                      </a:r>
                      <a:endParaRPr sz="80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500"/>
                        <a:buFont typeface="Arial"/>
                        <a:buNone/>
                      </a:pPr>
                      <a:r>
                        <a:rPr lang="ru" sz="50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(IAAS / CAAS/ HAAS)</a:t>
                      </a:r>
                      <a:endParaRPr sz="50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ru" sz="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НОВЫЙ/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ru" sz="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СУЩЕСТВУЮЩИЙ</a:t>
                      </a:r>
                      <a:endParaRPr sz="80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ru" sz="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РОЛЬ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ru" sz="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КОЛ-ВО</a:t>
                      </a:r>
                      <a:endParaRPr sz="80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ru" sz="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КЛАСТЕР</a:t>
                      </a:r>
                      <a:endParaRPr sz="80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CORE, VCORE</a:t>
                      </a:r>
                      <a:endParaRPr sz="80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НАЗНАЧЕНИЕ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ru" sz="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ОБЪЕМ (ГБ)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ТИП</a:t>
                      </a:r>
                      <a:endParaRPr sz="80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60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Название решения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54000" marB="54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endParaRPr sz="50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endParaRPr sz="500" b="1" i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endParaRPr sz="5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endParaRPr sz="50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endParaRPr sz="50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endParaRPr sz="5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525" marR="475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600"/>
                        <a:buFont typeface="Arial"/>
                        <a:buNone/>
                      </a:pPr>
                      <a:r>
                        <a:rPr lang="ru" sz="9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54000" marB="54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ЦОД СПб</a:t>
                      </a:r>
                      <a:b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\SPB99*</a:t>
                      </a:r>
                      <a:endParaRPr sz="9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КСПД</a:t>
                      </a:r>
                      <a:endParaRPr sz="9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Контейнеризация</a:t>
                      </a:r>
                      <a:endParaRPr sz="9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(CaaS 2.0)</a:t>
                      </a:r>
                      <a:endParaRPr sz="9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НОВЫЙ</a:t>
                      </a:r>
                      <a:endParaRPr sz="9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(u200004862)</a:t>
                      </a:r>
                      <a:endParaRPr sz="9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Тенант</a:t>
                      </a:r>
                      <a:endParaRPr sz="9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Нет</a:t>
                      </a:r>
                      <a:endParaRPr sz="9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Python, ReactJS, Nginx, UBI (RedOS)</a:t>
                      </a:r>
                      <a:endParaRPr sz="9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sz="9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 sz="9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Системный/данные</a:t>
                      </a:r>
                      <a:endParaRPr sz="9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400</a:t>
                      </a:r>
                      <a:endParaRPr sz="9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000" marR="27000" marT="27000" marB="27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Gold</a:t>
                      </a:r>
                      <a:b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ru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Диск PV, NFS (non-SSD)</a:t>
                      </a:r>
                      <a:endParaRPr sz="9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525" marR="475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78" name="Google Shape;2278;p124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7F7F7F"/>
                </a:solidFill>
              </a:rPr>
              <a:t>ГАЗПРОМ НЕФТЬ   </a:t>
            </a:r>
            <a:fld id="{00000000-1234-1234-1234-123412341234}" type="slidenum">
              <a:rPr lang="ru"/>
              <a:t>13</a:t>
            </a:fld>
            <a:endParaRPr/>
          </a:p>
        </p:txBody>
      </p:sp>
      <p:sp>
        <p:nvSpPr>
          <p:cNvPr id="2279" name="Google Shape;2279;p124"/>
          <p:cNvSpPr txBox="1">
            <a:spLocks noGrp="1"/>
          </p:cNvSpPr>
          <p:nvPr>
            <p:ph type="title"/>
          </p:nvPr>
        </p:nvSpPr>
        <p:spPr>
          <a:xfrm>
            <a:off x="181075" y="214700"/>
            <a:ext cx="8962800" cy="6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100"/>
              <a:buFont typeface="Arial"/>
              <a:buNone/>
            </a:pPr>
            <a:r>
              <a:rPr lang="ru" sz="1700" b="1"/>
              <a:t>ТРЕБОВАНИЯ К ХАРАКТЕРИСТИКАМ ЦЕЛЕВОЙ ТЕХНОЛОГИЧЕСКОЙ АРХИТЕКТУРЫ ЛАНДШАФТ РАЗРАБОТКИ</a:t>
            </a:r>
            <a:endParaRPr sz="1700" b="1"/>
          </a:p>
        </p:txBody>
      </p:sp>
      <p:sp>
        <p:nvSpPr>
          <p:cNvPr id="2280" name="Google Shape;2280;p124"/>
          <p:cNvSpPr/>
          <p:nvPr/>
        </p:nvSpPr>
        <p:spPr>
          <a:xfrm>
            <a:off x="181075" y="3023175"/>
            <a:ext cx="1875300" cy="121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Версионность стека разработки: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Python</a:t>
            </a:r>
            <a:r>
              <a:rPr lang="ru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не ниже </a:t>
            </a:r>
            <a:r>
              <a:rPr lang="ru" sz="900">
                <a:solidFill>
                  <a:schemeClr val="dk2"/>
                </a:solidFill>
              </a:rPr>
              <a:t>3.10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ReactJS не ниже 18.3.1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Nginx не ниже 122</a:t>
            </a: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Nodejs не ниже  20</a:t>
            </a: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СУБД Postgres Pro не ниже 14</a:t>
            </a: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RabbitMQ не ниже 4.0.5</a:t>
            </a: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Astra Linux</a:t>
            </a:r>
            <a:r>
              <a:rPr lang="ru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(SE) не ниже 1.7</a:t>
            </a: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125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7F7F7F"/>
                </a:solidFill>
              </a:rPr>
              <a:t>ГАЗПРОМ НЕФТЬ   </a:t>
            </a:r>
            <a:fld id="{00000000-1234-1234-1234-123412341234}" type="slidenum">
              <a:rPr lang="ru"/>
              <a:t>14</a:t>
            </a:fld>
            <a:endParaRPr/>
          </a:p>
        </p:txBody>
      </p:sp>
      <p:sp>
        <p:nvSpPr>
          <p:cNvPr id="2286" name="Google Shape;2286;p125"/>
          <p:cNvSpPr txBox="1">
            <a:spLocks noGrp="1"/>
          </p:cNvSpPr>
          <p:nvPr>
            <p:ph type="title"/>
          </p:nvPr>
        </p:nvSpPr>
        <p:spPr>
          <a:xfrm>
            <a:off x="181065" y="246443"/>
            <a:ext cx="8711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100"/>
              <a:buFont typeface="Arial"/>
              <a:buNone/>
            </a:pPr>
            <a:r>
              <a:rPr lang="ru" sz="1700" b="1"/>
              <a:t>ИСПОЛЬЗУЕМЫЕ ТЕХНОЛОГИИ, ИТ-ПРОДУКТЫ</a:t>
            </a:r>
            <a:r>
              <a:rPr lang="ru" sz="1700" b="1">
                <a:solidFill>
                  <a:srgbClr val="8A8A8A"/>
                </a:solidFill>
              </a:rPr>
              <a:t>. КРИТИЧНОСТЬ ИМПОРТОЗАВИСИМЫХ РЕШЕНИЙ</a:t>
            </a:r>
            <a:endParaRPr sz="1700" b="1"/>
          </a:p>
        </p:txBody>
      </p:sp>
      <p:pic>
        <p:nvPicPr>
          <p:cNvPr id="2287" name="Google Shape;2287;p1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0" y="1190"/>
            <a:ext cx="1190" cy="1190"/>
          </a:xfrm>
          <a:prstGeom prst="rect">
            <a:avLst/>
          </a:prstGeom>
          <a:noFill/>
          <a:ln>
            <a:noFill/>
          </a:ln>
        </p:spPr>
      </p:pic>
      <p:sp>
        <p:nvSpPr>
          <p:cNvPr id="2288" name="Google Shape;2288;p125"/>
          <p:cNvSpPr/>
          <p:nvPr/>
        </p:nvSpPr>
        <p:spPr>
          <a:xfrm>
            <a:off x="454076" y="4463007"/>
            <a:ext cx="3265500" cy="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1" indent="0" algn="just" rtl="0">
              <a:lnSpc>
                <a:spcPct val="87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 b="1" i="0" u="none" strike="noStrike" cap="none">
                <a:solidFill>
                  <a:srgbClr val="00427A"/>
                </a:solidFill>
                <a:latin typeface="Arial"/>
                <a:ea typeface="Arial"/>
                <a:cs typeface="Arial"/>
                <a:sym typeface="Arial"/>
              </a:rPr>
              <a:t>Степень санкционности для всех элементов 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9" name="Google Shape;2289;p125"/>
          <p:cNvSpPr/>
          <p:nvPr/>
        </p:nvSpPr>
        <p:spPr>
          <a:xfrm>
            <a:off x="352724" y="4676080"/>
            <a:ext cx="101400" cy="54000"/>
          </a:xfrm>
          <a:prstGeom prst="rect">
            <a:avLst/>
          </a:prstGeom>
          <a:solidFill>
            <a:srgbClr val="FAC519"/>
          </a:solidFill>
          <a:ln w="9525" cap="flat" cmpd="sng">
            <a:solidFill>
              <a:srgbClr val="0020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0" name="Google Shape;2290;p125"/>
          <p:cNvSpPr/>
          <p:nvPr/>
        </p:nvSpPr>
        <p:spPr>
          <a:xfrm>
            <a:off x="352724" y="4782251"/>
            <a:ext cx="101400" cy="540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0020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1" name="Google Shape;2291;p125"/>
          <p:cNvSpPr/>
          <p:nvPr/>
        </p:nvSpPr>
        <p:spPr>
          <a:xfrm>
            <a:off x="352724" y="4883927"/>
            <a:ext cx="101400" cy="54000"/>
          </a:xfrm>
          <a:prstGeom prst="rect">
            <a:avLst/>
          </a:prstGeom>
          <a:solidFill>
            <a:srgbClr val="90EE90"/>
          </a:solidFill>
          <a:ln w="9525" cap="flat" cmpd="sng">
            <a:solidFill>
              <a:srgbClr val="0020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2" name="Google Shape;2292;p125"/>
          <p:cNvSpPr/>
          <p:nvPr/>
        </p:nvSpPr>
        <p:spPr>
          <a:xfrm>
            <a:off x="460099" y="4670882"/>
            <a:ext cx="4122000" cy="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1" indent="0" algn="just" rtl="0">
              <a:lnSpc>
                <a:spcPct val="87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 b="0" i="1" u="none" strike="noStrike" cap="none">
                <a:solidFill>
                  <a:srgbClr val="00427A"/>
                </a:solidFill>
                <a:latin typeface="Arial"/>
                <a:ea typeface="Arial"/>
                <a:cs typeface="Arial"/>
                <a:sym typeface="Arial"/>
              </a:rPr>
              <a:t>Несанкционное импортное ПО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3" name="Google Shape;2293;p125"/>
          <p:cNvSpPr/>
          <p:nvPr/>
        </p:nvSpPr>
        <p:spPr>
          <a:xfrm>
            <a:off x="454079" y="4782277"/>
            <a:ext cx="4128000" cy="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1" indent="0" algn="just" rtl="0">
              <a:lnSpc>
                <a:spcPct val="87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 b="0" i="1" u="none" strike="noStrike" cap="none">
                <a:solidFill>
                  <a:srgbClr val="00427A"/>
                </a:solidFill>
                <a:latin typeface="Arial"/>
                <a:ea typeface="Arial"/>
                <a:cs typeface="Arial"/>
                <a:sym typeface="Arial"/>
              </a:rPr>
              <a:t>СПО без санкционных ограничений, может содержать санкционные риски (оценка и управление рисками на сл. 23.)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4" name="Google Shape;2294;p125"/>
          <p:cNvSpPr/>
          <p:nvPr/>
        </p:nvSpPr>
        <p:spPr>
          <a:xfrm>
            <a:off x="454078" y="4892279"/>
            <a:ext cx="2030700" cy="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1" indent="0" algn="just" rtl="0">
              <a:lnSpc>
                <a:spcPct val="87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 b="0" i="1" u="none" strike="noStrike" cap="none">
                <a:solidFill>
                  <a:srgbClr val="00427A"/>
                </a:solidFill>
                <a:latin typeface="Arial"/>
                <a:ea typeface="Arial"/>
                <a:cs typeface="Arial"/>
                <a:sym typeface="Arial"/>
              </a:rPr>
              <a:t>Российское решение вне реестра Российского ПО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125"/>
          <p:cNvSpPr/>
          <p:nvPr/>
        </p:nvSpPr>
        <p:spPr>
          <a:xfrm>
            <a:off x="352663" y="4990853"/>
            <a:ext cx="101400" cy="54000"/>
          </a:xfrm>
          <a:prstGeom prst="rect">
            <a:avLst/>
          </a:prstGeom>
          <a:solidFill>
            <a:srgbClr val="008000"/>
          </a:solidFill>
          <a:ln w="9525" cap="flat" cmpd="sng">
            <a:solidFill>
              <a:srgbClr val="0020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6" name="Google Shape;2296;p125"/>
          <p:cNvSpPr/>
          <p:nvPr/>
        </p:nvSpPr>
        <p:spPr>
          <a:xfrm>
            <a:off x="454019" y="4993491"/>
            <a:ext cx="1813200" cy="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1" indent="0" algn="just" rtl="0">
              <a:lnSpc>
                <a:spcPct val="87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 b="0" i="1" u="none" strike="noStrike" cap="none">
                <a:solidFill>
                  <a:srgbClr val="00427A"/>
                </a:solidFill>
                <a:latin typeface="Arial"/>
                <a:ea typeface="Arial"/>
                <a:cs typeface="Arial"/>
                <a:sym typeface="Arial"/>
              </a:rPr>
              <a:t>ПО включено в реестр Российского ПО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125"/>
          <p:cNvSpPr/>
          <p:nvPr/>
        </p:nvSpPr>
        <p:spPr>
          <a:xfrm>
            <a:off x="352724" y="4585793"/>
            <a:ext cx="101400" cy="54000"/>
          </a:xfrm>
          <a:prstGeom prst="rect">
            <a:avLst/>
          </a:prstGeom>
          <a:solidFill>
            <a:srgbClr val="FF6347"/>
          </a:solidFill>
          <a:ln w="9525" cap="flat" cmpd="sng">
            <a:solidFill>
              <a:srgbClr val="0020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8" name="Google Shape;2298;p125"/>
          <p:cNvSpPr/>
          <p:nvPr/>
        </p:nvSpPr>
        <p:spPr>
          <a:xfrm>
            <a:off x="460099" y="4580595"/>
            <a:ext cx="4122000" cy="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1" indent="0" algn="just" rtl="0">
              <a:lnSpc>
                <a:spcPct val="87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 b="0" i="1" u="none" strike="noStrike" cap="none">
                <a:solidFill>
                  <a:srgbClr val="00427A"/>
                </a:solidFill>
                <a:latin typeface="Arial"/>
                <a:ea typeface="Arial"/>
                <a:cs typeface="Arial"/>
                <a:sym typeface="Arial"/>
              </a:rPr>
              <a:t>Санкционное импортное ПО или СПО с санкционными ограничениями (заключение юристов ГПН </a:t>
            </a:r>
            <a:r>
              <a:rPr lang="ru" sz="600" b="0" i="1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системы ЛЕКСТ</a:t>
            </a:r>
            <a:r>
              <a:rPr lang="ru" sz="600" b="0" i="1" u="none" strike="noStrike" cap="none">
                <a:solidFill>
                  <a:srgbClr val="00427A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9" name="Google Shape;2299;p125"/>
          <p:cNvSpPr/>
          <p:nvPr/>
        </p:nvSpPr>
        <p:spPr>
          <a:xfrm>
            <a:off x="4613762" y="4463008"/>
            <a:ext cx="3164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1" indent="0" algn="just" rtl="0">
              <a:lnSpc>
                <a:spcPct val="99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1" u="none" strike="noStrike" cap="none">
                <a:solidFill>
                  <a:srgbClr val="00427A"/>
                </a:solidFill>
                <a:latin typeface="Arial"/>
                <a:ea typeface="Arial"/>
                <a:cs typeface="Arial"/>
                <a:sym typeface="Arial"/>
              </a:rPr>
              <a:t>Собственная ИТ-разработка/ собственное решение в сфере ИТАТ (Собственная разработка ПО) - программное обеспечение, одним из обладателей исключительного права на которое является/ будет являться организация из ГК ГПН (включая программное обеспечение, созданное по заказу ГК ГПН аффилированными/ неаффилированными лицами). Определение КТ-314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just" rtl="0">
              <a:lnSpc>
                <a:spcPct val="99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00" b="0" i="1" u="none" strike="noStrike" cap="none">
                <a:solidFill>
                  <a:srgbClr val="00427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0" name="Google Shape;2300;p125"/>
          <p:cNvSpPr/>
          <p:nvPr/>
        </p:nvSpPr>
        <p:spPr>
          <a:xfrm>
            <a:off x="321331" y="2954315"/>
            <a:ext cx="1875300" cy="14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Версионность стека разработки: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</a:rPr>
              <a:t>Python </a:t>
            </a:r>
            <a:r>
              <a:rPr lang="ru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не ниже 3</a:t>
            </a:r>
            <a:r>
              <a:rPr lang="ru" sz="800">
                <a:solidFill>
                  <a:schemeClr val="dk2"/>
                </a:solidFill>
              </a:rPr>
              <a:t>.10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ReactJS не ниже 18.3.1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Nginx не ниже 122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Nodejs не ниже  20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СУБД Postgres Pro не ниже 14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</a:rPr>
              <a:t>Astra Linux (SE) не ниже 1.7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125"/>
          <p:cNvSpPr txBox="1"/>
          <p:nvPr/>
        </p:nvSpPr>
        <p:spPr>
          <a:xfrm>
            <a:off x="1598150" y="2499525"/>
            <a:ext cx="3682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302" name="Google Shape;2302;p125"/>
          <p:cNvGraphicFramePr/>
          <p:nvPr/>
        </p:nvGraphicFramePr>
        <p:xfrm>
          <a:off x="321331" y="9042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{1BF7B669-0CA7-4347-8B49-8947EFCBE1D0}</a:tableStyleId>
              </a:tblPr>
              <a:tblGrid>
                <a:gridCol w="32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0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6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8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4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5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6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28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49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2648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6434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ИТ решение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ИТ система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Прикладная платформа и конфигурация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Системная платформа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СУБД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OC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ОС АРМ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Комментарий</a:t>
                      </a:r>
                      <a:endParaRPr sz="800" b="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Is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Be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Is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Be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Is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Be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Is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Be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Is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Be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Is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Be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Is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Be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0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50">
                <a:tc rowSpan="6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800">
                          <a:solidFill>
                            <a:srgbClr val="3C3C3C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Убер услуг</a:t>
                      </a:r>
                      <a:endParaRPr sz="80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0EE90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800">
                          <a:solidFill>
                            <a:srgbClr val="3C3C3C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Убер услуг</a:t>
                      </a:r>
                      <a:endParaRPr sz="80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235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 Narrow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800">
                          <a:solidFill>
                            <a:srgbClr val="3C3C3C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Уберизация закупок</a:t>
                      </a:r>
                      <a:endParaRPr sz="800">
                        <a:solidFill>
                          <a:srgbClr val="3C3C3C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0EE90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sz="800">
                        <a:solidFill>
                          <a:srgbClr val="3C3C3C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800">
                          <a:solidFill>
                            <a:srgbClr val="3C3C3C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Уберизация закупок</a:t>
                      </a:r>
                      <a:endParaRPr sz="800">
                        <a:solidFill>
                          <a:srgbClr val="3C3C3C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235"/>
                    </a:solidFill>
                  </a:tcPr>
                </a:tc>
                <a:tc rowSpan="6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 Narrow"/>
                        <a:buNone/>
                      </a:pPr>
                      <a:r>
                        <a:rPr lang="ru" sz="80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ReactJS (frontend) + FastAPI (backend) + embedding models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 Narrow"/>
                        <a:buNone/>
                      </a:pPr>
                      <a:r>
                        <a:rPr lang="ru" sz="80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Docker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2075" marR="2075" marT="207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6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Arial Narrow"/>
                        <a:buNone/>
                      </a:pPr>
                      <a:r>
                        <a:rPr lang="ru" sz="80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Postgres Pro + pgvector</a:t>
                      </a:r>
                      <a:endParaRPr sz="800" i="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235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Arial Narrow"/>
                        <a:buNone/>
                      </a:pPr>
                      <a:r>
                        <a:rPr lang="ru" sz="800" i="0" u="none" strike="noStrike" cap="non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Astra Linux (SE)</a:t>
                      </a:r>
                      <a:endParaRPr sz="800" u="none" strike="noStrike" cap="none">
                        <a:solidFill>
                          <a:schemeClr val="dk2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23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Arial Narrow"/>
                        <a:buNone/>
                      </a:pPr>
                      <a:r>
                        <a:rPr lang="ru" sz="800" i="0" u="none" strike="noStrike" cap="non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Astra Linux (SE)</a:t>
                      </a:r>
                      <a:endParaRPr sz="800" i="0" u="none" strike="noStrike" cap="none">
                        <a:solidFill>
                          <a:schemeClr val="dk2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235"/>
                    </a:solidFill>
                  </a:tcPr>
                </a:tc>
                <a:tc rowSpan="6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Arial Narrow"/>
                        <a:buNone/>
                      </a:pPr>
                      <a:r>
                        <a:rPr lang="ru" sz="800" i="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Astra Linux (клиентская)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235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7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 Narrow"/>
                        <a:buNone/>
                      </a:pPr>
                      <a:r>
                        <a:rPr lang="ru" sz="80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Python (FastAPI)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2075" marR="2075" marT="207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1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ReactJS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2075" marR="2075" marT="207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8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 Narrow"/>
                        <a:buNone/>
                      </a:pPr>
                      <a:r>
                        <a:rPr lang="ru" sz="80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MIniO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2075" marR="2075" marT="207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Arial Narrow"/>
                        <a:buNone/>
                      </a:pPr>
                      <a:r>
                        <a:rPr lang="ru" sz="800" i="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UBI (RedOS)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23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Arial Narrow"/>
                        <a:buNone/>
                      </a:pPr>
                      <a:r>
                        <a:rPr lang="ru" sz="800" i="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UBI (RedOS)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1925" marR="1925" marT="192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235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675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 Narrow"/>
                        <a:buNone/>
                      </a:pPr>
                      <a:r>
                        <a:rPr lang="ru" sz="80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Nginx</a:t>
                      </a:r>
                      <a:endParaRPr sz="800" i="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2075" marR="2075" marT="207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675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 Narrow"/>
                        <a:buNone/>
                      </a:pPr>
                      <a:r>
                        <a:rPr lang="ru" sz="80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ИИ-платформа</a:t>
                      </a:r>
                      <a:endParaRPr sz="800" i="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2075" marR="2075" marT="2075" marB="0" anchor="ctr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7" name="Google Shape;2307;p126"/>
          <p:cNvGraphicFramePr/>
          <p:nvPr/>
        </p:nvGraphicFramePr>
        <p:xfrm>
          <a:off x="250379" y="47395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{63AF341D-20B5-4FCA-B7D4-289E8ED76532}</a:tableStyleId>
              </a:tblPr>
              <a:tblGrid>
                <a:gridCol w="33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150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596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 b="0" u="none" strike="noStrike" cap="none">
                          <a:solidFill>
                            <a:srgbClr val="00459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№</a:t>
                      </a:r>
                      <a:endParaRPr sz="1600" u="none" strike="noStrike" cap="none"/>
                    </a:p>
                  </a:txBody>
                  <a:tcPr marL="67225" marR="67225" marT="33600" marB="336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596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 b="0" u="none" strike="noStrike" cap="none">
                          <a:solidFill>
                            <a:srgbClr val="00459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РЕШЕНИЕ</a:t>
                      </a:r>
                      <a:endParaRPr sz="1600" u="none" strike="noStrike" cap="none"/>
                    </a:p>
                  </a:txBody>
                  <a:tcPr marL="67225" marR="67225" marT="33600" marB="336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u="none" strike="noStrike" cap="none"/>
                    </a:p>
                  </a:txBody>
                  <a:tcPr marL="67225" marR="67225" marT="33600" marB="336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>
                          <a:solidFill>
                            <a:srgbClr val="000000"/>
                          </a:solidFill>
                        </a:rPr>
                        <a:t>Утвердить старт проекта </a:t>
                      </a:r>
                      <a:r>
                        <a:rPr lang="ru" sz="1000" u="none" strike="noStrike" cap="none"/>
                        <a:t>«</a:t>
                      </a:r>
                      <a:r>
                        <a:rPr lang="ru" sz="1000"/>
                        <a:t>ПРОСТОР 2.0</a:t>
                      </a:r>
                      <a:r>
                        <a:rPr lang="ru" sz="1000" u="none" strike="noStrike" cap="none"/>
                        <a:t>» </a:t>
                      </a:r>
                      <a:r>
                        <a:rPr lang="ru" sz="1000" b="0" i="0" u="none" strike="noStrike" cap="none">
                          <a:solidFill>
                            <a:srgbClr val="000000"/>
                          </a:solidFill>
                        </a:rPr>
                        <a:t>с этапа </a:t>
                      </a:r>
                      <a:r>
                        <a:rPr lang="ru" sz="1000"/>
                        <a:t>Определение</a:t>
                      </a:r>
                      <a:r>
                        <a:rPr lang="ru" sz="1000" b="0" i="0" u="none" strike="noStrike" cap="none">
                          <a:solidFill>
                            <a:schemeClr val="dk1"/>
                          </a:solidFill>
                        </a:rPr>
                        <a:t> по сценарию реализации «Изменение ИТ-решения» с реинжинирингом, методу реализации «Гибкий», сценарию инвестирования №3</a:t>
                      </a:r>
                      <a:endParaRPr sz="1000" b="0" i="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u="none" strike="noStrike" cap="none"/>
                    </a:p>
                  </a:txBody>
                  <a:tcPr marL="67225" marR="67225" marT="33600" marB="336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>
                          <a:solidFill>
                            <a:srgbClr val="000000"/>
                          </a:solidFill>
                        </a:rPr>
                        <a:t>Утвердить дорожную карту реализации и сроки этапов:  (сл.15)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just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00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just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00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just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00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just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67225" marR="67225" marT="33600" marB="336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u="none" strike="noStrike" cap="none"/>
                    </a:p>
                  </a:txBody>
                  <a:tcPr marL="67225" marR="67225" marT="33600" marB="336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Утвердить на роль Владельца ИТ - Решения </a:t>
                      </a:r>
                      <a:r>
                        <a:rPr lang="ru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Никишина А.А</a:t>
                      </a:r>
                      <a:endParaRPr sz="1600" u="none" strike="noStrike" cap="none"/>
                    </a:p>
                  </a:txBody>
                  <a:tcPr marL="67225" marR="67225" marT="33600" marB="336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600" u="none" strike="noStrike" cap="none"/>
                    </a:p>
                  </a:txBody>
                  <a:tcPr marL="67225" marR="67225" marT="33600" marB="336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Утвердить на роль Руководителя проекта </a:t>
                      </a:r>
                      <a:r>
                        <a:rPr lang="ru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Исянчурину Ч.Р.</a:t>
                      </a:r>
                      <a:endParaRPr sz="1600" u="none" strike="noStrike" cap="none"/>
                    </a:p>
                  </a:txBody>
                  <a:tcPr marL="67225" marR="67225" marT="33600" marB="336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u="none" strike="noStrike" cap="none"/>
                    </a:p>
                  </a:txBody>
                  <a:tcPr marL="67225" marR="67225" marT="33600" marB="336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Утвердить требуемые показатели эффективности проекта.</a:t>
                      </a:r>
                      <a:endParaRPr sz="1000" b="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67225" marR="67225" marT="33600" marB="336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08" name="Google Shape;2308;p126"/>
          <p:cNvSpPr txBox="1">
            <a:spLocks noGrp="1"/>
          </p:cNvSpPr>
          <p:nvPr>
            <p:ph type="title"/>
          </p:nvPr>
        </p:nvSpPr>
        <p:spPr>
          <a:xfrm>
            <a:off x="181065" y="213399"/>
            <a:ext cx="6524535" cy="5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Arial"/>
              <a:buNone/>
            </a:pPr>
            <a:r>
              <a:rPr lang="ru" b="1"/>
              <a:t>ПРОЕКТ РЕШЕНИЯ</a:t>
            </a:r>
            <a:br>
              <a:rPr lang="ru"/>
            </a:br>
            <a:endParaRPr/>
          </a:p>
        </p:txBody>
      </p:sp>
      <p:sp>
        <p:nvSpPr>
          <p:cNvPr id="2309" name="Google Shape;2309;p126"/>
          <p:cNvSpPr txBox="1"/>
          <p:nvPr/>
        </p:nvSpPr>
        <p:spPr>
          <a:xfrm>
            <a:off x="6441393" y="94517"/>
            <a:ext cx="2448981" cy="204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</a:pPr>
            <a:endParaRPr sz="9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10" name="Google Shape;2310;p126"/>
          <p:cNvGraphicFramePr/>
          <p:nvPr/>
        </p:nvGraphicFramePr>
        <p:xfrm>
          <a:off x="608885" y="16112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{D90D578E-C58F-41B9-8CD8-8D4F910D89CA}</a:tableStyleId>
              </a:tblPr>
              <a:tblGrid>
                <a:gridCol w="122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200">
                <a:tc>
                  <a:txBody>
                    <a:bodyPr/>
                    <a:lstStyle/>
                    <a:p>
                      <a:pPr marL="3429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u="none" strike="noStrike" cap="none"/>
                        <a:t>Этап</a:t>
                      </a: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3429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u="none" strike="noStrike" cap="none"/>
                        <a:t>Начало</a:t>
                      </a: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3429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u="none" strike="noStrike" cap="none"/>
                        <a:t>Окончание</a:t>
                      </a: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u="none" strike="noStrike" cap="none"/>
                        <a:t>Определение</a:t>
                      </a: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18.08.2026</a:t>
                      </a: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30.09.2026</a:t>
                      </a: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u="none" strike="noStrike" cap="none"/>
                        <a:t>Реализация</a:t>
                      </a: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01.10.2026</a:t>
                      </a: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10.12.2026</a:t>
                      </a: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u="none" strike="noStrike" cap="none"/>
                        <a:t>Завершение</a:t>
                      </a: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10.12.2026</a:t>
                      </a: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31.12.2026</a:t>
                      </a: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127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7F7F7F"/>
                </a:solidFill>
              </a:rPr>
              <a:t>ГАЗПРОМ НЕФТЬ   </a:t>
            </a:r>
            <a:fld id="{00000000-1234-1234-1234-123412341234}" type="slidenum">
              <a:rPr lang="ru"/>
              <a:t>16</a:t>
            </a:fld>
            <a:endParaRPr/>
          </a:p>
        </p:txBody>
      </p:sp>
      <p:sp>
        <p:nvSpPr>
          <p:cNvPr id="2316" name="Google Shape;2316;p127"/>
          <p:cNvSpPr/>
          <p:nvPr/>
        </p:nvSpPr>
        <p:spPr>
          <a:xfrm>
            <a:off x="251225" y="252250"/>
            <a:ext cx="8708400" cy="486000"/>
          </a:xfrm>
          <a:prstGeom prst="rect">
            <a:avLst/>
          </a:prstGeom>
          <a:solidFill>
            <a:srgbClr val="E65907"/>
          </a:solidFill>
          <a:ln w="12700" cap="flat" cmpd="sng">
            <a:solidFill>
              <a:srgbClr val="E659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</a:rPr>
              <a:t>ПРИЛОЖЕНИЕ 1. Организационный объем</a:t>
            </a:r>
            <a:endParaRPr sz="1100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7" name="Google Shape;2317;p127"/>
          <p:cNvSpPr/>
          <p:nvPr/>
        </p:nvSpPr>
        <p:spPr>
          <a:xfrm>
            <a:off x="249493" y="738250"/>
            <a:ext cx="8708400" cy="4266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08000" tIns="108000" rIns="108000" bIns="108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ru" sz="1400">
                <a:solidFill>
                  <a:schemeClr val="lt1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lt1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18" name="Google Shape;2318;p127"/>
          <p:cNvGraphicFramePr/>
          <p:nvPr/>
        </p:nvGraphicFramePr>
        <p:xfrm>
          <a:off x="952500" y="103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{24C1901F-9C15-4A99-8A10-5658B65A8DCE}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7050">
                <a:tc>
                  <a:txBody>
                    <a:bodyPr/>
                    <a:lstStyle/>
                    <a:p>
                      <a:pPr marL="177800" lvl="0" indent="-177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AutoNum type="arabicPeriod"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ООО «Газпромнефть НТЦ» 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177800" lvl="0" indent="-177800" algn="l" rtl="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AutoNum type="arabicPeriod"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Подразделения сводного планирования и разработки, направления по разработке месторождений: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-"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 ООО «Газпромнефть-Хантос»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-"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АО «Газпромнефть-Ноябрьскнефтегаз» 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-"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ООО «Газпромнефть-Восток» 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-"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ООО «Газпромнефть-Оренбург» 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-"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ООО «Газпромнефть-Ямал» 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-"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АО «Мессояханефтегаз» 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-"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ООО «Меретояханефтегаз»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-"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ООО «Газпромнефть Технологические партнерства»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-"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ООО «Газпромнефть Шельф»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-"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ПАО «Славнефть – Мегионнефтегаз»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E6590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590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6590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6590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- ООО «Газпромнефть Экспертные решения»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- ООО "Газпромнефть-Ангара"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- ООО «Нефтесервисные решения»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- ООО «Газпромнефть Энергосистемы»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- ООО «Инженерно - технологический сервис»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- ООО "Газпромнефть-Автоматизация"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>
                          <a:solidFill>
                            <a:schemeClr val="dk1"/>
                          </a:solidFill>
                        </a:rPr>
                        <a:t>- ООО «Газпромнефть – ГЕО»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E6590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6590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6590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6590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28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">
                <a:solidFill>
                  <a:srgbClr val="7F7F7F"/>
                </a:solidFill>
              </a:rPr>
              <a:t>ГАЗПРОМ НЕФТЬ   </a:t>
            </a:r>
            <a:fld id="{00000000-1234-1234-1234-123412341234}" type="slidenum">
              <a:rPr lang="ru" sz="400"/>
              <a:t>17</a:t>
            </a:fld>
            <a:endParaRPr sz="400"/>
          </a:p>
        </p:txBody>
      </p:sp>
      <p:sp>
        <p:nvSpPr>
          <p:cNvPr id="2324" name="Google Shape;2324;p128"/>
          <p:cNvSpPr/>
          <p:nvPr/>
        </p:nvSpPr>
        <p:spPr>
          <a:xfrm>
            <a:off x="260403" y="250331"/>
            <a:ext cx="8472652" cy="485712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E65907"/>
          </a:solidFill>
          <a:ln w="12700" cap="flat" cmpd="sng">
            <a:solidFill>
              <a:srgbClr val="E659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100" b="1">
                <a:solidFill>
                  <a:schemeClr val="lt1"/>
                </a:solidFill>
              </a:rPr>
              <a:t>ПРИЛОЖЕНИЕ 2. Расчет основных экономических инвестиционных показателей оценки проекта</a:t>
            </a:r>
            <a:endParaRPr sz="1100" b="1">
              <a:solidFill>
                <a:schemeClr val="lt1"/>
              </a:solidFill>
            </a:endParaRPr>
          </a:p>
        </p:txBody>
      </p:sp>
      <p:sp>
        <p:nvSpPr>
          <p:cNvPr id="2325" name="Google Shape;2325;p128"/>
          <p:cNvSpPr/>
          <p:nvPr/>
        </p:nvSpPr>
        <p:spPr>
          <a:xfrm>
            <a:off x="249025" y="780512"/>
            <a:ext cx="8472600" cy="4188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59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26" name="Google Shape;2326;p128"/>
          <p:cNvGraphicFramePr/>
          <p:nvPr/>
        </p:nvGraphicFramePr>
        <p:xfrm>
          <a:off x="488575" y="110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{1BF7B669-0CA7-4347-8B49-8947EFCBE1D0}</a:tableStyleId>
              </a:tblPr>
              <a:tblGrid>
                <a:gridCol w="194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075">
                <a:tc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ВХОДНЫЕ ПАРАМЕТРЫ</a:t>
                      </a:r>
                      <a:endParaRPr sz="8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Параметр</a:t>
                      </a:r>
                      <a:endParaRPr sz="8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Значение</a:t>
                      </a:r>
                      <a:endParaRPr sz="8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Обоснование</a:t>
                      </a:r>
                      <a:endParaRPr sz="8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ТРЗ на формирование ТЗ as is, чел-час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 i="1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оценка: ручная сборка Word-ТЗ</a:t>
                      </a:r>
                      <a:endParaRPr sz="600" i="1">
                        <a:solidFill>
                          <a:srgbClr val="8080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ТРЗ на формирование ТЗ to be, чел-час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 i="1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оценка: автосборка из блоков</a:t>
                      </a:r>
                      <a:endParaRPr sz="600" i="1">
                        <a:solidFill>
                          <a:srgbClr val="8080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ТРЗ на подбор услуги as is, чел-час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 i="1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оценка: ручной поиск по каталогу</a:t>
                      </a:r>
                      <a:endParaRPr sz="600" i="1">
                        <a:solidFill>
                          <a:srgbClr val="8080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ТРЗ на подбор услуги to be, чел-час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0,25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 i="1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оценка: ~15 мин через ИИ-агента</a:t>
                      </a:r>
                      <a:endParaRPr sz="600" i="1">
                        <a:solidFill>
                          <a:srgbClr val="8080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Объём заявок/наряд-заказов в год, шт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 i="1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ПРОСТОР v4 сл.39 «600 наряд-заказов»</a:t>
                      </a:r>
                      <a:endParaRPr sz="600" i="1">
                        <a:solidFill>
                          <a:srgbClr val="8080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Ставка трудозатрат, руб/час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2 000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 i="1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оценка: средняя ставка специалиста</a:t>
                      </a:r>
                      <a:endParaRPr sz="600" i="1">
                        <a:solidFill>
                          <a:srgbClr val="8080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Capex (разработка MVP), руб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5 000 000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 i="1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оценка: MVP-разработка командой 5 чел.</a:t>
                      </a:r>
                      <a:endParaRPr sz="600" i="1">
                        <a:solidFill>
                          <a:srgbClr val="8080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Opex (годовая эксплуатация), руб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500 000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 i="1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оценка: поддержка + LLM-инференс</a:t>
                      </a:r>
                      <a:endParaRPr sz="600" i="1">
                        <a:solidFill>
                          <a:srgbClr val="8080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Ставка дисконтирования R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18%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 i="1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стандарт ГПН</a:t>
                      </a:r>
                      <a:endParaRPr sz="600" i="1">
                        <a:solidFill>
                          <a:srgbClr val="8080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Ставка реинвестирования (MIRR)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14%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 i="1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стандарт ГПН</a:t>
                      </a:r>
                      <a:endParaRPr sz="600" i="1">
                        <a:solidFill>
                          <a:srgbClr val="8080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327" name="Google Shape;2327;p128"/>
          <p:cNvGraphicFramePr/>
          <p:nvPr/>
        </p:nvGraphicFramePr>
        <p:xfrm>
          <a:off x="5143500" y="110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{1BF7B669-0CA7-4347-8B49-8947EFCBE1D0}</a:tableStyleId>
              </a:tblPr>
              <a:tblGrid>
                <a:gridCol w="247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2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РАСЧЁТ ЭФФЕКТА (с дельтами)</a:t>
                      </a:r>
                      <a:endParaRPr sz="8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Дельта ТЗ (as is − to be), чел-час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3,5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Экономия ТЗ, чел-час/год (дельта × объём)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2 100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Экономия ТЗ, руб/год (часы × ставка)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4 200 000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Дельта подбора (as is − to be), чел-час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0,25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Экономия подбора, чел-час/год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Экономия подбора, руб/год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300 000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ИТОГО эффект, руб/год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4 500 000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Чистый эффект (за вычетом Opex), руб/год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4 000 000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129"/>
          <p:cNvSpPr txBox="1">
            <a:spLocks noGrp="1"/>
          </p:cNvSpPr>
          <p:nvPr>
            <p:ph type="sldNum" idx="12"/>
          </p:nvPr>
        </p:nvSpPr>
        <p:spPr>
          <a:xfrm>
            <a:off x="6543316" y="4730857"/>
            <a:ext cx="2416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7F7F7F"/>
                </a:solidFill>
              </a:rPr>
              <a:t>ГАЗПРОМ НЕФТЬ   </a:t>
            </a:r>
            <a:fld id="{00000000-1234-1234-1234-123412341234}" type="slidenum">
              <a:rPr lang="ru" sz="800"/>
              <a:t>18</a:t>
            </a:fld>
            <a:endParaRPr sz="800"/>
          </a:p>
        </p:txBody>
      </p:sp>
      <p:sp>
        <p:nvSpPr>
          <p:cNvPr id="2333" name="Google Shape;2333;p129"/>
          <p:cNvSpPr/>
          <p:nvPr/>
        </p:nvSpPr>
        <p:spPr>
          <a:xfrm>
            <a:off x="260403" y="250331"/>
            <a:ext cx="8472652" cy="485712"/>
          </a:xfrm>
          <a:custGeom>
            <a:avLst/>
            <a:gdLst/>
            <a:ahLst/>
            <a:cxnLst/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E65907"/>
          </a:solidFill>
          <a:ln w="12700" cap="flat" cmpd="sng">
            <a:solidFill>
              <a:srgbClr val="E659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100" b="1">
                <a:solidFill>
                  <a:schemeClr val="lt1"/>
                </a:solidFill>
              </a:rPr>
              <a:t>ПРИЛОЖЕНИЕ 2. Расчет основных экономических инвестиционных показателей оценки проекта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129"/>
          <p:cNvSpPr/>
          <p:nvPr/>
        </p:nvSpPr>
        <p:spPr>
          <a:xfrm>
            <a:off x="260425" y="772575"/>
            <a:ext cx="8472600" cy="4188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59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35" name="Google Shape;2335;p129"/>
          <p:cNvGraphicFramePr/>
          <p:nvPr/>
        </p:nvGraphicFramePr>
        <p:xfrm>
          <a:off x="289825" y="772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{1BF7B669-0CA7-4347-8B49-8947EFCBE1D0}</a:tableStyleId>
              </a:tblPr>
              <a:tblGrid>
                <a:gridCol w="336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2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050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ДЕНЕЖНЫЕ ПОТОКИ</a:t>
                      </a:r>
                      <a:endParaRPr sz="8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Показатель</a:t>
                      </a:r>
                      <a:endParaRPr sz="8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 (0)</a:t>
                      </a:r>
                      <a:endParaRPr sz="8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2027 (1)</a:t>
                      </a:r>
                      <a:endParaRPr sz="8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2028 (2)</a:t>
                      </a:r>
                      <a:endParaRPr sz="8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2029 (3)</a:t>
                      </a:r>
                      <a:endParaRPr sz="8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FCF, руб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-5 000 000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4 000 000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4 000 000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4 000 000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Дисконтированный FCF, руб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-5 000 000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3 389 831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2 872 738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2 434 523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Кумулятивный дисконтированный FCF, руб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-5 000 000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-1 610 169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1 262 568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3 697 092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ИНВЕСТИЦИОННЫЕ ПОКАЗАТЕЛИ</a:t>
                      </a:r>
                      <a:endParaRPr sz="8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NPV (за 3 года), руб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3 697 092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 — индекс доходности (PV / Capex)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1,74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DPP — дисконтир. срок окупаемости, лет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1,56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MIRR, %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40%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i="1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Зелёное — из данных ПРОСТОР; жёлтое — оценка; оранжевое — дельта (автосчёт); голубое —результаты.</a:t>
                      </a:r>
                      <a:endParaRPr sz="800" i="1">
                        <a:solidFill>
                          <a:srgbClr val="8080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130"/>
          <p:cNvSpPr txBox="1">
            <a:spLocks noGrp="1"/>
          </p:cNvSpPr>
          <p:nvPr>
            <p:ph type="title"/>
          </p:nvPr>
        </p:nvSpPr>
        <p:spPr>
          <a:xfrm>
            <a:off x="1453548" y="323075"/>
            <a:ext cx="5359200" cy="521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СПАСИБО ЗА ВНИМАНИЕ!</a:t>
            </a:r>
            <a:endParaRPr sz="2400"/>
          </a:p>
        </p:txBody>
      </p:sp>
      <p:pic>
        <p:nvPicPr>
          <p:cNvPr id="2341" name="Google Shape;2341;p130" title="photo_2026-08-19 11.39.43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6763" y="745555"/>
            <a:ext cx="5012765" cy="375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gpn_report">
  <a:themeElements>
    <a:clrScheme name="Другая 40">
      <a:dk1>
        <a:srgbClr val="3C3C3C"/>
      </a:dk1>
      <a:lt1>
        <a:srgbClr val="FFFFFF"/>
      </a:lt1>
      <a:dk2>
        <a:srgbClr val="000000"/>
      </a:dk2>
      <a:lt2>
        <a:srgbClr val="F2F2F2"/>
      </a:lt2>
      <a:accent1>
        <a:srgbClr val="004596"/>
      </a:accent1>
      <a:accent2>
        <a:srgbClr val="2FB3E9"/>
      </a:accent2>
      <a:accent3>
        <a:srgbClr val="0097D8"/>
      </a:accent3>
      <a:accent4>
        <a:srgbClr val="0070BA"/>
      </a:accent4>
      <a:accent5>
        <a:srgbClr val="E75807"/>
      </a:accent5>
      <a:accent6>
        <a:srgbClr val="23D1CF"/>
      </a:accent6>
      <a:hlink>
        <a:srgbClr val="004596"/>
      </a:hlink>
      <a:folHlink>
        <a:srgbClr val="70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gpn_report">
  <a:themeElements>
    <a:clrScheme name="ГПН">
      <a:dk1>
        <a:srgbClr val="3C3C3C"/>
      </a:dk1>
      <a:lt1>
        <a:srgbClr val="FFFFFF"/>
      </a:lt1>
      <a:dk2>
        <a:srgbClr val="000000"/>
      </a:dk2>
      <a:lt2>
        <a:srgbClr val="706F6F"/>
      </a:lt2>
      <a:accent1>
        <a:srgbClr val="004077"/>
      </a:accent1>
      <a:accent2>
        <a:srgbClr val="2FB4E9"/>
      </a:accent2>
      <a:accent3>
        <a:srgbClr val="0070BA"/>
      </a:accent3>
      <a:accent4>
        <a:srgbClr val="DADADA"/>
      </a:accent4>
      <a:accent5>
        <a:srgbClr val="AEBD15"/>
      </a:accent5>
      <a:accent6>
        <a:srgbClr val="F7A600"/>
      </a:accent6>
      <a:hlink>
        <a:srgbClr val="0070BA"/>
      </a:hlink>
      <a:folHlink>
        <a:srgbClr val="70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gpn_report">
  <a:themeElements>
    <a:clrScheme name="Custom 23">
      <a:dk1>
        <a:srgbClr val="000000"/>
      </a:dk1>
      <a:lt1>
        <a:srgbClr val="FFFFFF"/>
      </a:lt1>
      <a:dk2>
        <a:srgbClr val="000000"/>
      </a:dk2>
      <a:lt2>
        <a:srgbClr val="F2F2F2"/>
      </a:lt2>
      <a:accent1>
        <a:srgbClr val="00D6D2"/>
      </a:accent1>
      <a:accent2>
        <a:srgbClr val="0094DF"/>
      </a:accent2>
      <a:accent3>
        <a:srgbClr val="00478D"/>
      </a:accent3>
      <a:accent4>
        <a:srgbClr val="042746"/>
      </a:accent4>
      <a:accent5>
        <a:srgbClr val="4F177E"/>
      </a:accent5>
      <a:accent6>
        <a:srgbClr val="8248B7"/>
      </a:accent6>
      <a:hlink>
        <a:srgbClr val="00469C"/>
      </a:hlink>
      <a:folHlink>
        <a:srgbClr val="7E7E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3396</Words>
  <Application>Microsoft Macintosh PowerPoint</Application>
  <PresentationFormat>Экран (16:9)</PresentationFormat>
  <Paragraphs>660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19</vt:i4>
      </vt:variant>
    </vt:vector>
  </HeadingPairs>
  <TitlesOfParts>
    <vt:vector size="28" baseType="lpstr">
      <vt:lpstr>Arial</vt:lpstr>
      <vt:lpstr>Noto Sans Symbols</vt:lpstr>
      <vt:lpstr>Arial Narrow</vt:lpstr>
      <vt:lpstr>Calibri</vt:lpstr>
      <vt:lpstr>Times New Roman</vt:lpstr>
      <vt:lpstr>Simple Light</vt:lpstr>
      <vt:lpstr>1_gpn_report</vt:lpstr>
      <vt:lpstr>1_gpn_report</vt:lpstr>
      <vt:lpstr>1_gpn_report</vt:lpstr>
      <vt:lpstr> СМАРТ-ПЛАТФОРМА ПРОСТОР 2.0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СХЕМА СЕТЕВОГО ВЗАИМОДЕЙСТВИЯ</vt:lpstr>
      <vt:lpstr>ТРЕБОВАНИЯ К ХАРАКТЕРИСТИКАМ ЦЕЛЕВОЙ ТЕХНОЛОГИЧЕСКОЙ АРХИТЕКТУРЫ ЛАНДШАФТ РАЗРАБОТКИ</vt:lpstr>
      <vt:lpstr>ИСПОЛЬЗУЕМЫЕ ТЕХНОЛОГИИ, ИТ-ПРОДУКТЫ. КРИТИЧНОСТЬ ИМПОРТОЗАВИСИМЫХ РЕШЕНИЙ</vt:lpstr>
      <vt:lpstr>ПРОЕКТ РЕШЕНИЯ 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Нурсиля Ахметова</cp:lastModifiedBy>
  <cp:revision>1</cp:revision>
  <dcterms:modified xsi:type="dcterms:W3CDTF">2026-08-19T07:10:21Z</dcterms:modified>
</cp:coreProperties>
</file>